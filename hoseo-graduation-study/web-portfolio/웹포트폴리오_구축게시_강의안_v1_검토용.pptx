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2bcd6443-09c1-cb3d-4ad8-35b0b8c49d51}">
          <p14:sldIdLst>
            <p14:sldId id="256"/>
            <p14:sldId id="257"/>
            <p14:sldId id="258"/>
          </p14:sldIdLst>
        </p14:section>
        <p14:section name="준비" id="{241ca02b-ff9d-0b9d-47fa-bb37487b8683}">
          <p14:sldIdLst>
            <p14:sldId id="259"/>
            <p14:sldId id="260"/>
          </p14:sldIdLst>
        </p14:section>
        <p14:section name="템플릿" id="{c6f365a3-df36-b8f1-3ce2-cd6fe9653df7}">
          <p14:sldIdLst>
            <p14:sldId id="261"/>
            <p14:sldId id="262"/>
          </p14:sldIdLst>
        </p14:section>
        <p14:section name="구성" id="{c1bc39b9-5b6f-bbce-8468-ada2a4756391}">
          <p14:sldIdLst>
            <p14:sldId id="263"/>
            <p14:sldId id="264"/>
            <p14:sldId id="265"/>
            <p14:sldId id="266"/>
          </p14:sldIdLst>
        </p14:section>
        <p14:section name="점검·게시" id="{1dbd1332-a798-2bc2-0283-2586742811c5}">
          <p14:sldIdLst>
            <p14:sldId id="267"/>
            <p14:sldId id="268"/>
            <p14:sldId id="269"/>
            <p14:sldId id="270"/>
          </p14:sldIdLst>
        </p14:section>
        <p14:section name="정리" id="{594ef3c2-0d99-8b81-0181-b4de6b0a621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차시에 Framer 가입까지 마쳤습니다. 오늘부터 실제로 사이트를 만들고, 마지막에는 누구나 접속할 수 있는 주소로 올립니다. 끝나면 각자 공개 URL 하나와 판넬용 QR 코드 하나를 갖게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단계입니다. 준비, 템플릿, 구성은 오늘 수업 안에서 시작하고, 점검과 게시는 다음 시간에 같이 확인합니다. 중요한 건 순서입니다. 자료를 모으기 전에 템플릿부터 고치기 시작하면 두 번 일하게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평가할 때 보는 기준을 먼저 보여줍니다. 섹션 여섯 개는 학기 초 수업 안내에 있던 그대로입니다. 오른쪽 다섯 조건 중 하나라도 빠지면 미완성으로 봅니다. 특히 영상 자동재생은 끄세요. 모바일 데이터로 열었을 때 바로 소리가 나는 사이트는 감점입니다.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템플릿을 열기 전에 이 여섯 가지를 한 폴더에 모읍니다. 브랜드 시트의 HEX 코드와 폰트 이름은 그대로 Framer에 입력합니다. 영상은 Framer에 직접 올리지 않고 YouTube 링크로 연결합니다. 공개 범위는 '일부 공개'로 두면 링크를 아는 사람만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트윈모션 렌더는 보통 4K라 한 장에 5~10MB입니다. 그대로 올리면 첫 화면이 늦게 뜨고 로딩 5초 조건을 못 지킵니다. 가로 2400px 정도면 큰 모니터에서도 충분합니다. 5주차에 클로드 코드로 에셋 정리를 했던 학생은 같은 방법을 쓰면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템플릿은 오래 고르지 않습니다. 사진이 크게, 메뉴는 단순하게, 그리고 무료인지. 이 세 가지만 확인하세요. 지난 시간에 본 세 개 중 하나를 써도 됩니다. Remix를 누르면 내 계정에 복사본이 생기고 그걸 고칩니다. 버튼 이름은 화면 업데이트로 바뀔 수 있으니 수업 당일 화면을 기준으로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템플릿에 About, Projects, Contact처럼 페이지가 여러 개 있어도, 홈 한 페이지에 여섯 섹션을 순서대로 쌓는 것을 기본으로 합니다. 메뉴 링크는 페이지 대신 섹션으로 연결합니다. 프로젝트가 두 개 이상인 학생만 상세 페이지를 추가합니다.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요소 하나하나 색을 바꾸지 마세요. 템플릿은 색과 글꼴을 스타일로 묶어 두었기 때문에 스타일만 바꾸면 사이트 전체가 바뀝니다. 브랜드 시트의 HEX 코드를 그대로 입력합니다. 영상 자막, 숏폼과 같은 색이 되는지가 14주차 브랜드 점검 항목입니다.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분량을 정해 두면 끝이 보입니다. 렌더는 많을수록 좋은 게 아니라 공간 순서대로 6~12장이면 충분합니다. 도면은 모바일에서 선이 안 보이는 경우가 많으니 선 두께를 올려서 내보내세요. About에 사용한 AI 도구를 적는 것은 수업 안내의 저작권 항목입니다.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많이 쓰는 동작 세 가지입니다. 메뉴 위치와 이름은 Framer 업데이트로 조금씩 바뀌므로 수업 당일 화면을 같이 보면서 진행합니다. 자동 저장된다는 것과 게시된다는 것은 다릅니다. 이 차이는 게시 단계에서 다시 이야기합니다.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영상은 사이트에 파일로 올리지 않습니다. YouTube에 일부 공개로 올리고 링크만 붙입니다. 반드시 자동재생을 끄세요. 수업 안내의 필수 조건입니다. 퍼가기가 꺼져 있으면 사이트에서 '재생할 수 없음'이 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심사위원과 채용담당자는 판넬의 QR을 휴대폰으로 찍어서 들어옵니다. 그러니 Phone 화면이 실제 기준입니다. Framer는 Desktop, Tablet, Phone 크기를 따로 조정할 수 있습니다. 한 크기에서 고친 글자 크기가 다른 크기에는 적용되지 않을 수 있으니 세 화면을 모두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이걸 빼먹으면 카톡으로 링크를 보냈을 때 템플릿 제작자 이름과 샘플 사진이 뜹니다. 실제로 가장 많이 나오는 실수입니다. 제목, 설명, 파비콘, 소셜 이미지 네 가지를 꼭 바꾸고 게시하세요.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 저장과 게시는 다릅니다. 고치고 나서 Publish를 다시 누르지 않으면 판넬 QR로 들어온 사람은 옛날 버전을 봅니다. 무료로 게시하면 Framer 주소와 배지가 붙는데, 수업 과제로는 문제없습니다. 개인 도메인은 졸업 후 취업용으로 원하는 학생만 따로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QR 생성 사이트는 광고가 많고, 일부는 몇 달 뒤 유료로 바뀌어 QR이 작동하지 않게 만듭니다. Chrome 브라우저에 있는 QR 만들기 기능을 쓰면 주소가 그대로 들어간 QR이 나옵니다. 출력하면 반드시 여러 휴대폰으로 찍어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아홉 개가 모두 체크되면 제출합니다. 특히 템플릿 샘플 글이 페이지 아래쪽 푸터에 남아 있는 경우가 많습니다. 끝까지 스크롤해서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질문이 가장 많이 나오는 다섯 가지입니다. 첫 번째가 압도적으로 많습니다. 고쳤으면 다시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주는 템플릿을 내 프로젝트로 복제하고 Hero와 Video 두 섹션만 채워 옵니다. 나머지는 다음 시간에 같이 합니다. 단계별 설명은 워크북에 모두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051560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977640"/>
            <a:ext cx="10515600" cy="9144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졸업연구 · Web Portfolio</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t"/>
          <a:lstStyle/>
          <a:p>
            <a:pPr indent="0" marL="0">
              <a:buNone/>
            </a:pPr>
            <a:r>
              <a:rPr lang="en-US" sz="1400" b="1" spc="200" kern="0" dirty="0">
                <a:solidFill>
                  <a:schemeClr val="accent3"/>
                </a:solidFill>
              </a:rPr>
              <a:t>WEB PORTFOLIO · 구축과 게시</a:t>
            </a:r>
            <a:endParaRPr lang="en-US" sz="1400" dirty="0"/>
          </a:p>
        </p:txBody>
      </p:sp>
      <p:sp>
        <p:nvSpPr>
          <p:cNvPr id="3" name="Text 0"/>
          <p:cNvSpPr/>
          <p:nvPr>
            <p:ph idx="100" type="title" hasCustomPrompt="1"/>
          </p:nvPr>
        </p:nvSpPr>
        <p:spPr>
          <a:xfrm>
            <a:off x="548640" y="1920240"/>
            <a:ext cx="10515600" cy="1737360"/>
          </a:xfrm>
          <a:prstGeom prst="rect">
            <a:avLst/>
          </a:prstGeom>
          <a:noFill/>
          <a:ln/>
        </p:spPr>
        <p:txBody>
          <a:bodyPr wrap="square" lIns="0" tIns="0" rIns="0" bIns="0" rtlCol="0" anchor="b"/>
          <a:lstStyle/>
          <a:p>
            <a:pPr algn="l" indent="0" marL="0">
              <a:buNone/>
            </a:pPr>
            <a:r>
              <a:rPr lang="en-US" sz="4600" b="1" dirty="0">
                <a:solidFill>
                  <a:schemeClr val="bg1"/>
                </a:solidFill>
              </a:rPr>
              <a:t>내 졸업작품 사이트를</a:t>
            </a:r>
            <a:endParaRPr lang="en-US" sz="4600" dirty="0"/>
          </a:p>
          <a:p>
            <a:pPr algn="l" indent="0" marL="0">
              <a:buNone/>
            </a:pPr>
            <a:r>
              <a:rPr lang="en-US" sz="4600" b="1" dirty="0">
                <a:solidFill>
                  <a:schemeClr val="bg1"/>
                </a:solidFill>
              </a:rPr>
              <a:t>만들고, 올린다</a:t>
            </a:r>
            <a:endParaRPr lang="en-US" sz="4600" dirty="0"/>
          </a:p>
        </p:txBody>
      </p:sp>
      <p:sp>
        <p:nvSpPr>
          <p:cNvPr id="4" name="Text 0"/>
          <p:cNvSpPr/>
          <p:nvPr>
            <p:ph idx="101" type="body" hasCustomPrompt="1"/>
          </p:nvPr>
        </p:nvSpPr>
        <p:spPr>
          <a:xfrm>
            <a:off x="548640" y="3977640"/>
            <a:ext cx="10515600" cy="914400"/>
          </a:xfrm>
          <a:prstGeom prst="rect">
            <a:avLst/>
          </a:prstGeom>
          <a:noFill/>
          <a:ln/>
        </p:spPr>
        <p:txBody>
          <a:bodyPr wrap="square" lIns="0" tIns="0" rIns="0" bIns="0" rtlCol="0" anchor="t"/>
          <a:lstStyle/>
          <a:p>
            <a:pPr algn="l" indent="0" marL="0">
              <a:buNone/>
            </a:pPr>
            <a:r>
              <a:rPr lang="en-US" sz="2000" dirty="0">
                <a:solidFill>
                  <a:schemeClr val="accent5"/>
                </a:solidFill>
              </a:rPr>
              <a:t>Framer 템플릿 선택 → 6개 섹션 구성 → 모바일 점검 → 게시 · QR</a:t>
            </a:r>
            <a:endParaRPr lang="en-US" sz="2000" dirty="0"/>
          </a:p>
        </p:txBody>
      </p:sp>
      <p:sp>
        <p:nvSpPr>
          <p:cNvPr id="5" name="Text 3"/>
          <p:cNvSpPr txBox="1"/>
          <p:nvPr/>
        </p:nvSpPr>
        <p:spPr>
          <a:xfrm>
            <a:off x="548640" y="6035040"/>
            <a:ext cx="9144000" cy="274320"/>
          </a:xfrm>
          <a:prstGeom prst="rect">
            <a:avLst/>
          </a:prstGeom>
          <a:noFill/>
          <a:ln/>
        </p:spPr>
        <p:txBody>
          <a:bodyPr wrap="square" lIns="0" tIns="0" rIns="0" bIns="0" rtlCol="0" anchor="t"/>
          <a:lstStyle/>
          <a:p>
            <a:pPr indent="0" marL="0">
              <a:buNone/>
            </a:pPr>
            <a:r>
              <a:rPr lang="en-US" sz="1100" dirty="0">
                <a:solidFill>
                  <a:schemeClr val="accent2"/>
                </a:solidFill>
              </a:rPr>
              <a:t>호서대학교 실내건축학과 · 2026학년도 2학기 졸업연구 · 검토용</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오늘의 흐름</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ROADMAP</a:t>
            </a:r>
            <a:endParaRPr lang="en-US" sz="1200" dirty="0"/>
          </a:p>
        </p:txBody>
      </p:sp>
      <p:sp>
        <p:nvSpPr>
          <p:cNvPr id="4" name="flow0"/>
          <p:cNvSpPr/>
          <p:nvPr/>
        </p:nvSpPr>
        <p:spPr>
          <a:xfrm>
            <a:off x="548640" y="1828800"/>
            <a:ext cx="2011680" cy="3291840"/>
          </a:xfrm>
          <a:prstGeom prst="roundRect">
            <a:avLst>
              <a:gd name="adj" fmla="val 5455"/>
            </a:avLst>
          </a:prstGeom>
          <a:solidFill>
            <a:schemeClr val="bg2"/>
          </a:solidFill>
          <a:ln w="12700">
            <a:solidFill>
              <a:schemeClr val="bg2"/>
            </a:solidFill>
            <a:prstDash val="solid"/>
          </a:ln>
        </p:spPr>
      </p:sp>
      <p:sp>
        <p:nvSpPr>
          <p:cNvPr id="5" name="num1"/>
          <p:cNvSpPr/>
          <p:nvPr/>
        </p:nvSpPr>
        <p:spPr>
          <a:xfrm>
            <a:off x="777240" y="2103120"/>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777240" y="21031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7" name="Text 5"/>
          <p:cNvSpPr txBox="1"/>
          <p:nvPr/>
        </p:nvSpPr>
        <p:spPr>
          <a:xfrm>
            <a:off x="777240" y="2834640"/>
            <a:ext cx="1645920" cy="457200"/>
          </a:xfrm>
          <a:prstGeom prst="rect">
            <a:avLst/>
          </a:prstGeom>
          <a:noFill/>
          <a:ln/>
        </p:spPr>
        <p:txBody>
          <a:bodyPr wrap="square" lIns="0" tIns="0" rIns="0" bIns="0" rtlCol="0" anchor="t"/>
          <a:lstStyle/>
          <a:p>
            <a:pPr indent="0" marL="0">
              <a:buNone/>
            </a:pPr>
            <a:r>
              <a:rPr lang="en-US" sz="2200" b="1" dirty="0">
                <a:solidFill>
                  <a:schemeClr val="tx2"/>
                </a:solidFill>
              </a:rPr>
              <a:t>준비</a:t>
            </a:r>
            <a:endParaRPr lang="en-US" sz="2200" dirty="0"/>
          </a:p>
        </p:txBody>
      </p:sp>
      <p:sp>
        <p:nvSpPr>
          <p:cNvPr id="8" name="Text 6"/>
          <p:cNvSpPr txBox="1"/>
          <p:nvPr/>
        </p:nvSpPr>
        <p:spPr>
          <a:xfrm>
            <a:off x="777240" y="3429000"/>
            <a:ext cx="1600200" cy="1463040"/>
          </a:xfrm>
          <a:prstGeom prst="rect">
            <a:avLst/>
          </a:prstGeom>
          <a:noFill/>
          <a:ln/>
        </p:spPr>
        <p:txBody>
          <a:bodyPr wrap="square" lIns="0" tIns="0" rIns="0" bIns="0" rtlCol="0" anchor="t"/>
          <a:lstStyle/>
          <a:p>
            <a:pPr indent="0" marL="0">
              <a:buNone/>
            </a:pPr>
            <a:r>
              <a:rPr lang="en-US" sz="1400" dirty="0">
                <a:solidFill>
                  <a:schemeClr val="tx1"/>
                </a:solidFill>
              </a:rPr>
              <a:t>브랜드 시트 · 이미지 · 영상 링크 모으기</a:t>
            </a:r>
            <a:endParaRPr lang="en-US" sz="1400" dirty="0"/>
          </a:p>
        </p:txBody>
      </p:sp>
      <p:sp>
        <p:nvSpPr>
          <p:cNvPr id="9" name="flow1"/>
          <p:cNvSpPr/>
          <p:nvPr/>
        </p:nvSpPr>
        <p:spPr>
          <a:xfrm>
            <a:off x="2788920" y="1828800"/>
            <a:ext cx="2011680" cy="3291840"/>
          </a:xfrm>
          <a:prstGeom prst="roundRect">
            <a:avLst>
              <a:gd name="adj" fmla="val 5455"/>
            </a:avLst>
          </a:prstGeom>
          <a:solidFill>
            <a:schemeClr val="bg2"/>
          </a:solidFill>
          <a:ln w="12700">
            <a:solidFill>
              <a:schemeClr val="bg2"/>
            </a:solidFill>
            <a:prstDash val="solid"/>
          </a:ln>
        </p:spPr>
      </p:sp>
      <p:sp>
        <p:nvSpPr>
          <p:cNvPr id="10" name="num2"/>
          <p:cNvSpPr/>
          <p:nvPr/>
        </p:nvSpPr>
        <p:spPr>
          <a:xfrm>
            <a:off x="3017520" y="2103120"/>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3017520" y="21031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2" name="Text 10"/>
          <p:cNvSpPr txBox="1"/>
          <p:nvPr/>
        </p:nvSpPr>
        <p:spPr>
          <a:xfrm>
            <a:off x="3017520" y="2834640"/>
            <a:ext cx="1645920" cy="457200"/>
          </a:xfrm>
          <a:prstGeom prst="rect">
            <a:avLst/>
          </a:prstGeom>
          <a:noFill/>
          <a:ln/>
        </p:spPr>
        <p:txBody>
          <a:bodyPr wrap="square" lIns="0" tIns="0" rIns="0" bIns="0" rtlCol="0" anchor="t"/>
          <a:lstStyle/>
          <a:p>
            <a:pPr indent="0" marL="0">
              <a:buNone/>
            </a:pPr>
            <a:r>
              <a:rPr lang="en-US" sz="2200" b="1" dirty="0">
                <a:solidFill>
                  <a:schemeClr val="tx2"/>
                </a:solidFill>
              </a:rPr>
              <a:t>템플릿</a:t>
            </a:r>
            <a:endParaRPr lang="en-US" sz="2200" dirty="0"/>
          </a:p>
        </p:txBody>
      </p:sp>
      <p:sp>
        <p:nvSpPr>
          <p:cNvPr id="13" name="Text 11"/>
          <p:cNvSpPr txBox="1"/>
          <p:nvPr/>
        </p:nvSpPr>
        <p:spPr>
          <a:xfrm>
            <a:off x="3017520" y="3429000"/>
            <a:ext cx="1600200" cy="1463040"/>
          </a:xfrm>
          <a:prstGeom prst="rect">
            <a:avLst/>
          </a:prstGeom>
          <a:noFill/>
          <a:ln/>
        </p:spPr>
        <p:txBody>
          <a:bodyPr wrap="square" lIns="0" tIns="0" rIns="0" bIns="0" rtlCol="0" anchor="t"/>
          <a:lstStyle/>
          <a:p>
            <a:pPr indent="0" marL="0">
              <a:buNone/>
            </a:pPr>
            <a:r>
              <a:rPr lang="en-US" sz="1400" dirty="0">
                <a:solidFill>
                  <a:schemeClr val="tx1"/>
                </a:solidFill>
              </a:rPr>
              <a:t>작품에 맞는 템플릿을 골라 내 프로젝트로 복제</a:t>
            </a:r>
            <a:endParaRPr lang="en-US" sz="1400" dirty="0"/>
          </a:p>
        </p:txBody>
      </p:sp>
      <p:sp>
        <p:nvSpPr>
          <p:cNvPr id="14" name="flow2"/>
          <p:cNvSpPr/>
          <p:nvPr/>
        </p:nvSpPr>
        <p:spPr>
          <a:xfrm>
            <a:off x="5029200" y="1828800"/>
            <a:ext cx="2011680" cy="3291840"/>
          </a:xfrm>
          <a:prstGeom prst="roundRect">
            <a:avLst>
              <a:gd name="adj" fmla="val 5455"/>
            </a:avLst>
          </a:prstGeom>
          <a:solidFill>
            <a:schemeClr val="bg2"/>
          </a:solidFill>
          <a:ln w="12700">
            <a:solidFill>
              <a:schemeClr val="bg2"/>
            </a:solidFill>
            <a:prstDash val="solid"/>
          </a:ln>
        </p:spPr>
      </p:sp>
      <p:sp>
        <p:nvSpPr>
          <p:cNvPr id="15" name="num3"/>
          <p:cNvSpPr/>
          <p:nvPr/>
        </p:nvSpPr>
        <p:spPr>
          <a:xfrm>
            <a:off x="5257800" y="2103120"/>
            <a:ext cx="502920" cy="502920"/>
          </a:xfrm>
          <a:prstGeom prst="ellipse">
            <a:avLst/>
          </a:prstGeom>
          <a:solidFill>
            <a:schemeClr val="accent1"/>
          </a:solidFill>
          <a:ln w="12700">
            <a:solidFill>
              <a:schemeClr val="accent1"/>
            </a:solidFill>
            <a:prstDash val="solid"/>
          </a:ln>
        </p:spPr>
      </p:sp>
      <p:sp>
        <p:nvSpPr>
          <p:cNvPr id="16" name="Text 14"/>
          <p:cNvSpPr txBox="1"/>
          <p:nvPr/>
        </p:nvSpPr>
        <p:spPr>
          <a:xfrm>
            <a:off x="5257800" y="21031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7" name="Text 15"/>
          <p:cNvSpPr txBox="1"/>
          <p:nvPr/>
        </p:nvSpPr>
        <p:spPr>
          <a:xfrm>
            <a:off x="5257800" y="2834640"/>
            <a:ext cx="1645920" cy="457200"/>
          </a:xfrm>
          <a:prstGeom prst="rect">
            <a:avLst/>
          </a:prstGeom>
          <a:noFill/>
          <a:ln/>
        </p:spPr>
        <p:txBody>
          <a:bodyPr wrap="square" lIns="0" tIns="0" rIns="0" bIns="0" rtlCol="0" anchor="t"/>
          <a:lstStyle/>
          <a:p>
            <a:pPr indent="0" marL="0">
              <a:buNone/>
            </a:pPr>
            <a:r>
              <a:rPr lang="en-US" sz="2200" b="1" dirty="0">
                <a:solidFill>
                  <a:schemeClr val="tx2"/>
                </a:solidFill>
              </a:rPr>
              <a:t>구성</a:t>
            </a:r>
            <a:endParaRPr lang="en-US" sz="2200" dirty="0"/>
          </a:p>
        </p:txBody>
      </p:sp>
      <p:sp>
        <p:nvSpPr>
          <p:cNvPr id="18" name="Text 16"/>
          <p:cNvSpPr txBox="1"/>
          <p:nvPr/>
        </p:nvSpPr>
        <p:spPr>
          <a:xfrm>
            <a:off x="5257800" y="3429000"/>
            <a:ext cx="1600200" cy="1463040"/>
          </a:xfrm>
          <a:prstGeom prst="rect">
            <a:avLst/>
          </a:prstGeom>
          <a:noFill/>
          <a:ln/>
        </p:spPr>
        <p:txBody>
          <a:bodyPr wrap="square" lIns="0" tIns="0" rIns="0" bIns="0" rtlCol="0" anchor="t"/>
          <a:lstStyle/>
          <a:p>
            <a:pPr indent="0" marL="0">
              <a:buNone/>
            </a:pPr>
            <a:r>
              <a:rPr lang="en-US" sz="1400" dirty="0">
                <a:solidFill>
                  <a:schemeClr val="tx1"/>
                </a:solidFill>
              </a:rPr>
              <a:t>Hero부터 About까지 6개 섹션 채우기</a:t>
            </a:r>
            <a:endParaRPr lang="en-US" sz="1400" dirty="0"/>
          </a:p>
        </p:txBody>
      </p:sp>
      <p:sp>
        <p:nvSpPr>
          <p:cNvPr id="19" name="flow3"/>
          <p:cNvSpPr/>
          <p:nvPr/>
        </p:nvSpPr>
        <p:spPr>
          <a:xfrm>
            <a:off x="7269480" y="1828800"/>
            <a:ext cx="2011680" cy="3291840"/>
          </a:xfrm>
          <a:prstGeom prst="roundRect">
            <a:avLst>
              <a:gd name="adj" fmla="val 5455"/>
            </a:avLst>
          </a:prstGeom>
          <a:solidFill>
            <a:schemeClr val="bg2"/>
          </a:solidFill>
          <a:ln w="12700">
            <a:solidFill>
              <a:schemeClr val="bg2"/>
            </a:solidFill>
            <a:prstDash val="solid"/>
          </a:ln>
        </p:spPr>
      </p:sp>
      <p:sp>
        <p:nvSpPr>
          <p:cNvPr id="20" name="num4"/>
          <p:cNvSpPr/>
          <p:nvPr/>
        </p:nvSpPr>
        <p:spPr>
          <a:xfrm>
            <a:off x="7498080" y="2103120"/>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7498080" y="21031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22" name="Text 20"/>
          <p:cNvSpPr txBox="1"/>
          <p:nvPr/>
        </p:nvSpPr>
        <p:spPr>
          <a:xfrm>
            <a:off x="7498080" y="2834640"/>
            <a:ext cx="1645920" cy="457200"/>
          </a:xfrm>
          <a:prstGeom prst="rect">
            <a:avLst/>
          </a:prstGeom>
          <a:noFill/>
          <a:ln/>
        </p:spPr>
        <p:txBody>
          <a:bodyPr wrap="square" lIns="0" tIns="0" rIns="0" bIns="0" rtlCol="0" anchor="t"/>
          <a:lstStyle/>
          <a:p>
            <a:pPr indent="0" marL="0">
              <a:buNone/>
            </a:pPr>
            <a:r>
              <a:rPr lang="en-US" sz="2200" b="1" dirty="0">
                <a:solidFill>
                  <a:schemeClr val="tx2"/>
                </a:solidFill>
              </a:rPr>
              <a:t>점검</a:t>
            </a:r>
            <a:endParaRPr lang="en-US" sz="2200" dirty="0"/>
          </a:p>
        </p:txBody>
      </p:sp>
      <p:sp>
        <p:nvSpPr>
          <p:cNvPr id="23" name="Text 21"/>
          <p:cNvSpPr txBox="1"/>
          <p:nvPr/>
        </p:nvSpPr>
        <p:spPr>
          <a:xfrm>
            <a:off x="7498080" y="3429000"/>
            <a:ext cx="1600200" cy="1463040"/>
          </a:xfrm>
          <a:prstGeom prst="rect">
            <a:avLst/>
          </a:prstGeom>
          <a:noFill/>
          <a:ln/>
        </p:spPr>
        <p:txBody>
          <a:bodyPr wrap="square" lIns="0" tIns="0" rIns="0" bIns="0" rtlCol="0" anchor="t"/>
          <a:lstStyle/>
          <a:p>
            <a:pPr indent="0" marL="0">
              <a:buNone/>
            </a:pPr>
            <a:r>
              <a:rPr lang="en-US" sz="1400" dirty="0">
                <a:solidFill>
                  <a:schemeClr val="tx1"/>
                </a:solidFill>
              </a:rPr>
              <a:t>Desktop · Tablet · Phone 화면 확인</a:t>
            </a:r>
            <a:endParaRPr lang="en-US" sz="1400" dirty="0"/>
          </a:p>
        </p:txBody>
      </p:sp>
      <p:sp>
        <p:nvSpPr>
          <p:cNvPr id="24" name="flow4"/>
          <p:cNvSpPr/>
          <p:nvPr/>
        </p:nvSpPr>
        <p:spPr>
          <a:xfrm>
            <a:off x="9509760" y="1828800"/>
            <a:ext cx="2011680" cy="3291840"/>
          </a:xfrm>
          <a:prstGeom prst="roundRect">
            <a:avLst>
              <a:gd name="adj" fmla="val 5455"/>
            </a:avLst>
          </a:prstGeom>
          <a:solidFill>
            <a:schemeClr val="accent1"/>
          </a:solidFill>
          <a:ln w="12700">
            <a:solidFill>
              <a:schemeClr val="accent1"/>
            </a:solidFill>
            <a:prstDash val="solid"/>
          </a:ln>
        </p:spPr>
      </p:sp>
      <p:sp>
        <p:nvSpPr>
          <p:cNvPr id="25" name="num5"/>
          <p:cNvSpPr/>
          <p:nvPr/>
        </p:nvSpPr>
        <p:spPr>
          <a:xfrm>
            <a:off x="9738360" y="2103120"/>
            <a:ext cx="502920" cy="502920"/>
          </a:xfrm>
          <a:prstGeom prst="ellipse">
            <a:avLst/>
          </a:prstGeom>
          <a:solidFill>
            <a:schemeClr val="tx2"/>
          </a:solidFill>
          <a:ln w="12700">
            <a:solidFill>
              <a:schemeClr val="tx2"/>
            </a:solidFill>
            <a:prstDash val="solid"/>
          </a:ln>
        </p:spPr>
      </p:sp>
      <p:sp>
        <p:nvSpPr>
          <p:cNvPr id="26" name="Text 24"/>
          <p:cNvSpPr txBox="1"/>
          <p:nvPr/>
        </p:nvSpPr>
        <p:spPr>
          <a:xfrm>
            <a:off x="9738360" y="21031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05</a:t>
            </a:r>
            <a:endParaRPr lang="en-US" sz="1400" dirty="0"/>
          </a:p>
        </p:txBody>
      </p:sp>
      <p:sp>
        <p:nvSpPr>
          <p:cNvPr id="27" name="Text 25"/>
          <p:cNvSpPr txBox="1"/>
          <p:nvPr/>
        </p:nvSpPr>
        <p:spPr>
          <a:xfrm>
            <a:off x="9738360" y="2834640"/>
            <a:ext cx="1645920" cy="457200"/>
          </a:xfrm>
          <a:prstGeom prst="rect">
            <a:avLst/>
          </a:prstGeom>
          <a:noFill/>
          <a:ln/>
        </p:spPr>
        <p:txBody>
          <a:bodyPr wrap="square" lIns="0" tIns="0" rIns="0" bIns="0" rtlCol="0" anchor="t"/>
          <a:lstStyle/>
          <a:p>
            <a:pPr indent="0" marL="0">
              <a:buNone/>
            </a:pPr>
            <a:r>
              <a:rPr lang="en-US" sz="2200" b="1" dirty="0">
                <a:solidFill>
                  <a:schemeClr val="bg1"/>
                </a:solidFill>
              </a:rPr>
              <a:t>게시</a:t>
            </a:r>
            <a:endParaRPr lang="en-US" sz="2200" dirty="0"/>
          </a:p>
        </p:txBody>
      </p:sp>
      <p:sp>
        <p:nvSpPr>
          <p:cNvPr id="28" name="Text 26"/>
          <p:cNvSpPr txBox="1"/>
          <p:nvPr/>
        </p:nvSpPr>
        <p:spPr>
          <a:xfrm>
            <a:off x="9738360" y="3429000"/>
            <a:ext cx="1600200" cy="1463040"/>
          </a:xfrm>
          <a:prstGeom prst="rect">
            <a:avLst/>
          </a:prstGeom>
          <a:noFill/>
          <a:ln/>
        </p:spPr>
        <p:txBody>
          <a:bodyPr wrap="square" lIns="0" tIns="0" rIns="0" bIns="0" rtlCol="0" anchor="t"/>
          <a:lstStyle/>
          <a:p>
            <a:pPr indent="0" marL="0">
              <a:buNone/>
            </a:pPr>
            <a:r>
              <a:rPr lang="en-US" sz="1400" dirty="0">
                <a:solidFill>
                  <a:schemeClr val="bg1"/>
                </a:solidFill>
              </a:rPr>
              <a:t>Publish로 주소 발급, QR 코드 만들기</a:t>
            </a:r>
            <a:endParaRPr lang="en-US" sz="1400" dirty="0"/>
          </a:p>
        </p:txBody>
      </p:sp>
      <p:sp>
        <p:nvSpPr>
          <p:cNvPr id="29" name="Text 27"/>
          <p:cNvSpPr txBox="1"/>
          <p:nvPr/>
        </p:nvSpPr>
        <p:spPr>
          <a:xfrm>
            <a:off x="548640" y="5486400"/>
            <a:ext cx="10972800" cy="365760"/>
          </a:xfrm>
          <a:prstGeom prst="rect">
            <a:avLst/>
          </a:prstGeom>
          <a:noFill/>
          <a:ln/>
        </p:spPr>
        <p:txBody>
          <a:bodyPr wrap="square" lIns="0" tIns="0" rIns="0" bIns="0" rtlCol="0" anchor="t"/>
          <a:lstStyle/>
          <a:p>
            <a:pPr indent="0" marL="0">
              <a:buNone/>
            </a:pPr>
            <a:r>
              <a:rPr lang="en-US" sz="1400" dirty="0">
                <a:solidFill>
                  <a:schemeClr val="accent4"/>
                </a:solidFill>
              </a:rPr>
              <a:t>1~3은 이번 차시, 4~5는 다음 차시에 마무리합니다. 집에서 끝내도 됩니다.</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완성 기준: 이 6개 섹션과 5개 조건</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DONE = </a:t>
            </a:r>
            <a:endParaRPr lang="en-US" sz="1200" dirty="0"/>
          </a:p>
        </p:txBody>
      </p:sp>
      <p:sp>
        <p:nvSpPr>
          <p:cNvPr id="4" name="sec0"/>
          <p:cNvSpPr/>
          <p:nvPr/>
        </p:nvSpPr>
        <p:spPr>
          <a:xfrm>
            <a:off x="548640" y="1554480"/>
            <a:ext cx="1737360" cy="1188720"/>
          </a:xfrm>
          <a:prstGeom prst="roundRect">
            <a:avLst>
              <a:gd name="adj" fmla="val 9231"/>
            </a:avLst>
          </a:prstGeom>
          <a:solidFill>
            <a:schemeClr val="bg2"/>
          </a:solidFill>
          <a:ln w="12700">
            <a:solidFill>
              <a:schemeClr val="bg2"/>
            </a:solidFill>
            <a:prstDash val="solid"/>
          </a:ln>
        </p:spPr>
      </p:sp>
      <p:sp>
        <p:nvSpPr>
          <p:cNvPr id="5" name="Text 3"/>
          <p:cNvSpPr txBox="1"/>
          <p:nvPr/>
        </p:nvSpPr>
        <p:spPr>
          <a:xfrm>
            <a:off x="731520" y="1719072"/>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01</a:t>
            </a:r>
            <a:endParaRPr lang="en-US" sz="1200" dirty="0"/>
          </a:p>
        </p:txBody>
      </p:sp>
      <p:sp>
        <p:nvSpPr>
          <p:cNvPr id="6" name="Text 4"/>
          <p:cNvSpPr txBox="1"/>
          <p:nvPr/>
        </p:nvSpPr>
        <p:spPr>
          <a:xfrm>
            <a:off x="731520" y="2057400"/>
            <a:ext cx="1463040" cy="457200"/>
          </a:xfrm>
          <a:prstGeom prst="rect">
            <a:avLst/>
          </a:prstGeom>
          <a:noFill/>
          <a:ln/>
        </p:spPr>
        <p:txBody>
          <a:bodyPr wrap="square" lIns="0" tIns="0" rIns="0" bIns="0" rtlCol="0" anchor="t"/>
          <a:lstStyle/>
          <a:p>
            <a:pPr indent="0" marL="0">
              <a:buNone/>
            </a:pPr>
            <a:r>
              <a:rPr lang="en-US" sz="2200" b="1" dirty="0">
                <a:solidFill>
                  <a:schemeClr val="tx2"/>
                </a:solidFill>
              </a:rPr>
              <a:t>Hero</a:t>
            </a:r>
            <a:endParaRPr lang="en-US" sz="2200" dirty="0"/>
          </a:p>
        </p:txBody>
      </p:sp>
      <p:sp>
        <p:nvSpPr>
          <p:cNvPr id="7" name="sec1"/>
          <p:cNvSpPr/>
          <p:nvPr/>
        </p:nvSpPr>
        <p:spPr>
          <a:xfrm>
            <a:off x="2468880" y="1554480"/>
            <a:ext cx="1737360" cy="1188720"/>
          </a:xfrm>
          <a:prstGeom prst="roundRect">
            <a:avLst>
              <a:gd name="adj" fmla="val 9231"/>
            </a:avLst>
          </a:prstGeom>
          <a:solidFill>
            <a:schemeClr val="bg2"/>
          </a:solidFill>
          <a:ln w="12700">
            <a:solidFill>
              <a:schemeClr val="bg2"/>
            </a:solidFill>
            <a:prstDash val="solid"/>
          </a:ln>
        </p:spPr>
      </p:sp>
      <p:sp>
        <p:nvSpPr>
          <p:cNvPr id="8" name="Text 6"/>
          <p:cNvSpPr txBox="1"/>
          <p:nvPr/>
        </p:nvSpPr>
        <p:spPr>
          <a:xfrm>
            <a:off x="2651760" y="1719072"/>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02</a:t>
            </a:r>
            <a:endParaRPr lang="en-US" sz="1200" dirty="0"/>
          </a:p>
        </p:txBody>
      </p:sp>
      <p:sp>
        <p:nvSpPr>
          <p:cNvPr id="9" name="Text 7"/>
          <p:cNvSpPr txBox="1"/>
          <p:nvPr/>
        </p:nvSpPr>
        <p:spPr>
          <a:xfrm>
            <a:off x="2651760" y="2057400"/>
            <a:ext cx="1463040" cy="457200"/>
          </a:xfrm>
          <a:prstGeom prst="rect">
            <a:avLst/>
          </a:prstGeom>
          <a:noFill/>
          <a:ln/>
        </p:spPr>
        <p:txBody>
          <a:bodyPr wrap="square" lIns="0" tIns="0" rIns="0" bIns="0" rtlCol="0" anchor="t"/>
          <a:lstStyle/>
          <a:p>
            <a:pPr indent="0" marL="0">
              <a:buNone/>
            </a:pPr>
            <a:r>
              <a:rPr lang="en-US" sz="2200" b="1" dirty="0">
                <a:solidFill>
                  <a:schemeClr val="tx2"/>
                </a:solidFill>
              </a:rPr>
              <a:t>Video</a:t>
            </a:r>
            <a:endParaRPr lang="en-US" sz="2200" dirty="0"/>
          </a:p>
        </p:txBody>
      </p:sp>
      <p:sp>
        <p:nvSpPr>
          <p:cNvPr id="10" name="sec2"/>
          <p:cNvSpPr/>
          <p:nvPr/>
        </p:nvSpPr>
        <p:spPr>
          <a:xfrm>
            <a:off x="4389120" y="1554480"/>
            <a:ext cx="1737360" cy="1188720"/>
          </a:xfrm>
          <a:prstGeom prst="roundRect">
            <a:avLst>
              <a:gd name="adj" fmla="val 9231"/>
            </a:avLst>
          </a:prstGeom>
          <a:solidFill>
            <a:schemeClr val="bg2"/>
          </a:solidFill>
          <a:ln w="12700">
            <a:solidFill>
              <a:schemeClr val="bg2"/>
            </a:solidFill>
            <a:prstDash val="solid"/>
          </a:ln>
        </p:spPr>
      </p:sp>
      <p:sp>
        <p:nvSpPr>
          <p:cNvPr id="11" name="Text 9"/>
          <p:cNvSpPr txBox="1"/>
          <p:nvPr/>
        </p:nvSpPr>
        <p:spPr>
          <a:xfrm>
            <a:off x="4572000" y="1719072"/>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03</a:t>
            </a:r>
            <a:endParaRPr lang="en-US" sz="1200" dirty="0"/>
          </a:p>
        </p:txBody>
      </p:sp>
      <p:sp>
        <p:nvSpPr>
          <p:cNvPr id="12" name="Text 10"/>
          <p:cNvSpPr txBox="1"/>
          <p:nvPr/>
        </p:nvSpPr>
        <p:spPr>
          <a:xfrm>
            <a:off x="4572000" y="2057400"/>
            <a:ext cx="1463040" cy="457200"/>
          </a:xfrm>
          <a:prstGeom prst="rect">
            <a:avLst/>
          </a:prstGeom>
          <a:noFill/>
          <a:ln/>
        </p:spPr>
        <p:txBody>
          <a:bodyPr wrap="square" lIns="0" tIns="0" rIns="0" bIns="0" rtlCol="0" anchor="t"/>
          <a:lstStyle/>
          <a:p>
            <a:pPr indent="0" marL="0">
              <a:buNone/>
            </a:pPr>
            <a:r>
              <a:rPr lang="en-US" sz="2200" b="1" dirty="0">
                <a:solidFill>
                  <a:schemeClr val="tx2"/>
                </a:solidFill>
              </a:rPr>
              <a:t>Concept</a:t>
            </a:r>
            <a:endParaRPr lang="en-US" sz="2200" dirty="0"/>
          </a:p>
        </p:txBody>
      </p:sp>
      <p:sp>
        <p:nvSpPr>
          <p:cNvPr id="13" name="sec3"/>
          <p:cNvSpPr/>
          <p:nvPr/>
        </p:nvSpPr>
        <p:spPr>
          <a:xfrm>
            <a:off x="548640" y="2971800"/>
            <a:ext cx="1737360" cy="1188720"/>
          </a:xfrm>
          <a:prstGeom prst="roundRect">
            <a:avLst>
              <a:gd name="adj" fmla="val 9231"/>
            </a:avLst>
          </a:prstGeom>
          <a:solidFill>
            <a:schemeClr val="bg2"/>
          </a:solidFill>
          <a:ln w="12700">
            <a:solidFill>
              <a:schemeClr val="bg2"/>
            </a:solidFill>
            <a:prstDash val="solid"/>
          </a:ln>
        </p:spPr>
      </p:sp>
      <p:sp>
        <p:nvSpPr>
          <p:cNvPr id="14" name="Text 12"/>
          <p:cNvSpPr txBox="1"/>
          <p:nvPr/>
        </p:nvSpPr>
        <p:spPr>
          <a:xfrm>
            <a:off x="731520" y="3136392"/>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04</a:t>
            </a:r>
            <a:endParaRPr lang="en-US" sz="1200" dirty="0"/>
          </a:p>
        </p:txBody>
      </p:sp>
      <p:sp>
        <p:nvSpPr>
          <p:cNvPr id="15" name="Text 13"/>
          <p:cNvSpPr txBox="1"/>
          <p:nvPr/>
        </p:nvSpPr>
        <p:spPr>
          <a:xfrm>
            <a:off x="731520" y="3474720"/>
            <a:ext cx="1463040" cy="457200"/>
          </a:xfrm>
          <a:prstGeom prst="rect">
            <a:avLst/>
          </a:prstGeom>
          <a:noFill/>
          <a:ln/>
        </p:spPr>
        <p:txBody>
          <a:bodyPr wrap="square" lIns="0" tIns="0" rIns="0" bIns="0" rtlCol="0" anchor="t"/>
          <a:lstStyle/>
          <a:p>
            <a:pPr indent="0" marL="0">
              <a:buNone/>
            </a:pPr>
            <a:r>
              <a:rPr lang="en-US" sz="2200" b="1" dirty="0">
                <a:solidFill>
                  <a:schemeClr val="tx2"/>
                </a:solidFill>
              </a:rPr>
              <a:t>Drawing</a:t>
            </a:r>
            <a:endParaRPr lang="en-US" sz="2200" dirty="0"/>
          </a:p>
        </p:txBody>
      </p:sp>
      <p:sp>
        <p:nvSpPr>
          <p:cNvPr id="16" name="sec4"/>
          <p:cNvSpPr/>
          <p:nvPr/>
        </p:nvSpPr>
        <p:spPr>
          <a:xfrm>
            <a:off x="2468880" y="2971800"/>
            <a:ext cx="1737360" cy="1188720"/>
          </a:xfrm>
          <a:prstGeom prst="roundRect">
            <a:avLst>
              <a:gd name="adj" fmla="val 9231"/>
            </a:avLst>
          </a:prstGeom>
          <a:solidFill>
            <a:schemeClr val="bg2"/>
          </a:solidFill>
          <a:ln w="12700">
            <a:solidFill>
              <a:schemeClr val="bg2"/>
            </a:solidFill>
            <a:prstDash val="solid"/>
          </a:ln>
        </p:spPr>
      </p:sp>
      <p:sp>
        <p:nvSpPr>
          <p:cNvPr id="17" name="Text 15"/>
          <p:cNvSpPr txBox="1"/>
          <p:nvPr/>
        </p:nvSpPr>
        <p:spPr>
          <a:xfrm>
            <a:off x="2651760" y="3136392"/>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05</a:t>
            </a:r>
            <a:endParaRPr lang="en-US" sz="1200" dirty="0"/>
          </a:p>
        </p:txBody>
      </p:sp>
      <p:sp>
        <p:nvSpPr>
          <p:cNvPr id="18" name="Text 16"/>
          <p:cNvSpPr txBox="1"/>
          <p:nvPr/>
        </p:nvSpPr>
        <p:spPr>
          <a:xfrm>
            <a:off x="2651760" y="3474720"/>
            <a:ext cx="1463040" cy="457200"/>
          </a:xfrm>
          <a:prstGeom prst="rect">
            <a:avLst/>
          </a:prstGeom>
          <a:noFill/>
          <a:ln/>
        </p:spPr>
        <p:txBody>
          <a:bodyPr wrap="square" lIns="0" tIns="0" rIns="0" bIns="0" rtlCol="0" anchor="t"/>
          <a:lstStyle/>
          <a:p>
            <a:pPr indent="0" marL="0">
              <a:buNone/>
            </a:pPr>
            <a:r>
              <a:rPr lang="en-US" sz="2200" b="1" dirty="0">
                <a:solidFill>
                  <a:schemeClr val="tx2"/>
                </a:solidFill>
              </a:rPr>
              <a:t>Render</a:t>
            </a:r>
            <a:endParaRPr lang="en-US" sz="2200" dirty="0"/>
          </a:p>
        </p:txBody>
      </p:sp>
      <p:sp>
        <p:nvSpPr>
          <p:cNvPr id="19" name="sec5"/>
          <p:cNvSpPr/>
          <p:nvPr/>
        </p:nvSpPr>
        <p:spPr>
          <a:xfrm>
            <a:off x="4389120" y="2971800"/>
            <a:ext cx="1737360" cy="1188720"/>
          </a:xfrm>
          <a:prstGeom prst="roundRect">
            <a:avLst>
              <a:gd name="adj" fmla="val 9231"/>
            </a:avLst>
          </a:prstGeom>
          <a:solidFill>
            <a:schemeClr val="bg2"/>
          </a:solidFill>
          <a:ln w="12700">
            <a:solidFill>
              <a:schemeClr val="bg2"/>
            </a:solidFill>
            <a:prstDash val="solid"/>
          </a:ln>
        </p:spPr>
      </p:sp>
      <p:sp>
        <p:nvSpPr>
          <p:cNvPr id="20" name="Text 18"/>
          <p:cNvSpPr txBox="1"/>
          <p:nvPr/>
        </p:nvSpPr>
        <p:spPr>
          <a:xfrm>
            <a:off x="4572000" y="3136392"/>
            <a:ext cx="914400" cy="274320"/>
          </a:xfrm>
          <a:prstGeom prst="rect">
            <a:avLst/>
          </a:prstGeom>
          <a:noFill/>
          <a:ln/>
        </p:spPr>
        <p:txBody>
          <a:bodyPr wrap="square" lIns="0" tIns="0" rIns="0" bIns="0" rtlCol="0" anchor="t"/>
          <a:lstStyle/>
          <a:p>
            <a:pPr indent="0" marL="0">
              <a:buNone/>
            </a:pPr>
            <a:r>
              <a:rPr lang="en-US" sz="1200" b="1" dirty="0">
                <a:solidFill>
                  <a:schemeClr val="accent1"/>
                </a:solidFill>
              </a:rPr>
              <a:t>06</a:t>
            </a:r>
            <a:endParaRPr lang="en-US" sz="1200" dirty="0"/>
          </a:p>
        </p:txBody>
      </p:sp>
      <p:sp>
        <p:nvSpPr>
          <p:cNvPr id="21" name="Text 19"/>
          <p:cNvSpPr txBox="1"/>
          <p:nvPr/>
        </p:nvSpPr>
        <p:spPr>
          <a:xfrm>
            <a:off x="4572000" y="3474720"/>
            <a:ext cx="1463040" cy="457200"/>
          </a:xfrm>
          <a:prstGeom prst="rect">
            <a:avLst/>
          </a:prstGeom>
          <a:noFill/>
          <a:ln/>
        </p:spPr>
        <p:txBody>
          <a:bodyPr wrap="square" lIns="0" tIns="0" rIns="0" bIns="0" rtlCol="0" anchor="t"/>
          <a:lstStyle/>
          <a:p>
            <a:pPr indent="0" marL="0">
              <a:buNone/>
            </a:pPr>
            <a:r>
              <a:rPr lang="en-US" sz="2200" b="1" dirty="0">
                <a:solidFill>
                  <a:schemeClr val="tx2"/>
                </a:solidFill>
              </a:rPr>
              <a:t>About</a:t>
            </a:r>
            <a:endParaRPr lang="en-US" sz="2200" dirty="0"/>
          </a:p>
        </p:txBody>
      </p:sp>
      <p:sp>
        <p:nvSpPr>
          <p:cNvPr id="22" name="Text 20"/>
          <p:cNvSpPr txBox="1"/>
          <p:nvPr/>
        </p:nvSpPr>
        <p:spPr>
          <a:xfrm>
            <a:off x="548640" y="4526280"/>
            <a:ext cx="5486400" cy="320040"/>
          </a:xfrm>
          <a:prstGeom prst="rect">
            <a:avLst/>
          </a:prstGeom>
          <a:noFill/>
          <a:ln/>
        </p:spPr>
        <p:txBody>
          <a:bodyPr wrap="square" lIns="0" tIns="0" rIns="0" bIns="0" rtlCol="0" anchor="t"/>
          <a:lstStyle/>
          <a:p>
            <a:pPr indent="0" marL="0">
              <a:buNone/>
            </a:pPr>
            <a:r>
              <a:rPr lang="en-US" sz="1300" dirty="0">
                <a:solidFill>
                  <a:schemeClr val="accent4"/>
                </a:solidFill>
              </a:rPr>
              <a:t>필수 섹션</a:t>
            </a:r>
            <a:endParaRPr lang="en-US" sz="1300" dirty="0"/>
          </a:p>
        </p:txBody>
      </p:sp>
      <p:sp>
        <p:nvSpPr>
          <p:cNvPr id="23" name="rules"/>
          <p:cNvSpPr/>
          <p:nvPr/>
        </p:nvSpPr>
        <p:spPr>
          <a:xfrm>
            <a:off x="6583680" y="1554480"/>
            <a:ext cx="5029200" cy="3931920"/>
          </a:xfrm>
          <a:prstGeom prst="roundRect">
            <a:avLst>
              <a:gd name="adj" fmla="val 2791"/>
            </a:avLst>
          </a:prstGeom>
          <a:solidFill>
            <a:schemeClr val="tx2"/>
          </a:solidFill>
          <a:ln w="12700">
            <a:solidFill>
              <a:schemeClr val="tx2"/>
            </a:solidFill>
            <a:prstDash val="solid"/>
          </a:ln>
        </p:spPr>
      </p:sp>
      <p:sp>
        <p:nvSpPr>
          <p:cNvPr id="24" name="Text 22"/>
          <p:cNvSpPr txBox="1"/>
          <p:nvPr/>
        </p:nvSpPr>
        <p:spPr>
          <a:xfrm>
            <a:off x="6903720" y="1874520"/>
            <a:ext cx="4480560" cy="3291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실제 접속되는 공개 URL</a:t>
            </a:r>
            <a:endParaRPr lang="en-US" sz="1800" dirty="0"/>
          </a:p>
          <a:p>
            <a:pPr marL="342900" indent="-342900">
              <a:spcAft>
                <a:spcPts val="1400"/>
              </a:spcAft>
              <a:buSzPct val="100000"/>
              <a:buChar char="•"/>
            </a:pPr>
            <a:r>
              <a:rPr lang="en-US" sz="1800" dirty="0">
                <a:solidFill>
                  <a:schemeClr val="bg1"/>
                </a:solidFill>
              </a:rPr>
              <a:t>모바일에서 읽히는 반응형</a:t>
            </a:r>
            <a:endParaRPr lang="en-US" sz="1800" dirty="0"/>
          </a:p>
          <a:p>
            <a:pPr marL="342900" indent="-342900">
              <a:spcAft>
                <a:spcPts val="1400"/>
              </a:spcAft>
              <a:buSzPct val="100000"/>
              <a:buChar char="•"/>
            </a:pPr>
            <a:r>
              <a:rPr lang="en-US" sz="1800" dirty="0">
                <a:solidFill>
                  <a:schemeClr val="bg1"/>
                </a:solidFill>
              </a:rPr>
              <a:t>영상 자동재생 금지</a:t>
            </a:r>
            <a:endParaRPr lang="en-US" sz="1800" dirty="0"/>
          </a:p>
          <a:p>
            <a:pPr marL="342900" indent="-342900">
              <a:spcAft>
                <a:spcPts val="1400"/>
              </a:spcAft>
              <a:buSzPct val="100000"/>
              <a:buChar char="•"/>
            </a:pPr>
            <a:r>
              <a:rPr lang="en-US" sz="1800" dirty="0">
                <a:solidFill>
                  <a:schemeClr val="bg1"/>
                </a:solidFill>
              </a:rPr>
              <a:t>첫 화면 로딩 5초 이내</a:t>
            </a:r>
            <a:endParaRPr lang="en-US" sz="1800" dirty="0"/>
          </a:p>
          <a:p>
            <a:pPr marL="342900" indent="-342900">
              <a:spcAft>
                <a:spcPts val="1400"/>
              </a:spcAft>
              <a:buSzPct val="100000"/>
              <a:buChar char="•"/>
            </a:pPr>
            <a:r>
              <a:rPr lang="en-US" sz="1800" dirty="0">
                <a:solidFill>
                  <a:schemeClr val="bg1"/>
                </a:solidFill>
              </a:rPr>
              <a:t>판넬에 붙일 QR 코드</a:t>
            </a:r>
            <a:endParaRPr lang="en-US" sz="1800" dirty="0"/>
          </a:p>
        </p:txBody>
      </p:sp>
      <p:sp>
        <p:nvSpPr>
          <p:cNvPr id="25" name="Text 23"/>
          <p:cNvSpPr txBox="1"/>
          <p:nvPr/>
        </p:nvSpPr>
        <p:spPr>
          <a:xfrm>
            <a:off x="548640" y="5852160"/>
            <a:ext cx="7315200" cy="274320"/>
          </a:xfrm>
          <a:prstGeom prst="rect">
            <a:avLst/>
          </a:prstGeom>
          <a:noFill/>
          <a:ln/>
        </p:spPr>
        <p:txBody>
          <a:bodyPr wrap="square" lIns="0" tIns="0" rIns="0" bIns="0" rtlCol="0" anchor="t"/>
          <a:lstStyle/>
          <a:p>
            <a:pPr indent="0" marL="0">
              <a:buNone/>
            </a:pPr>
            <a:r>
              <a:rPr lang="en-US" sz="1100" dirty="0">
                <a:solidFill>
                  <a:schemeClr val="accent4"/>
                </a:solidFill>
              </a:rPr>
              <a:t>출처: 2026-2학기 수업 안내 · 산출물 ③</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시작 전에 모을 것</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01 · 준비</a:t>
            </a:r>
            <a:endParaRPr lang="en-US" sz="1200" dirty="0"/>
          </a:p>
        </p:txBody>
      </p:sp>
      <p:sp>
        <p:nvSpPr>
          <p:cNvPr id="4" name="prep0"/>
          <p:cNvSpPr/>
          <p:nvPr/>
        </p:nvSpPr>
        <p:spPr>
          <a:xfrm>
            <a:off x="548640" y="1508760"/>
            <a:ext cx="5394960" cy="1234440"/>
          </a:xfrm>
          <a:prstGeom prst="roundRect">
            <a:avLst>
              <a:gd name="adj" fmla="val 8889"/>
            </a:avLst>
          </a:prstGeom>
          <a:solidFill>
            <a:schemeClr val="bg2"/>
          </a:solidFill>
          <a:ln w="12700">
            <a:solidFill>
              <a:schemeClr val="bg2"/>
            </a:solidFill>
            <a:prstDash val="solid"/>
          </a:ln>
        </p:spPr>
      </p:sp>
      <p:sp>
        <p:nvSpPr>
          <p:cNvPr id="5" name="num1"/>
          <p:cNvSpPr/>
          <p:nvPr/>
        </p:nvSpPr>
        <p:spPr>
          <a:xfrm>
            <a:off x="822960" y="1874520"/>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822960" y="18745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7" name="Text 5"/>
          <p:cNvSpPr txBox="1"/>
          <p:nvPr/>
        </p:nvSpPr>
        <p:spPr>
          <a:xfrm>
            <a:off x="1554480" y="1709928"/>
            <a:ext cx="4206240" cy="365760"/>
          </a:xfrm>
          <a:prstGeom prst="rect">
            <a:avLst/>
          </a:prstGeom>
          <a:noFill/>
          <a:ln/>
        </p:spPr>
        <p:txBody>
          <a:bodyPr wrap="square" lIns="0" tIns="0" rIns="0" bIns="0" rtlCol="0" anchor="t"/>
          <a:lstStyle/>
          <a:p>
            <a:pPr indent="0" marL="0">
              <a:buNone/>
            </a:pPr>
            <a:r>
              <a:rPr lang="en-US" sz="1800" b="1" dirty="0">
                <a:solidFill>
                  <a:schemeClr val="tx2"/>
                </a:solidFill>
              </a:rPr>
              <a:t>브랜드 시트</a:t>
            </a:r>
            <a:endParaRPr lang="en-US" sz="1800" dirty="0"/>
          </a:p>
        </p:txBody>
      </p:sp>
      <p:sp>
        <p:nvSpPr>
          <p:cNvPr id="8" name="Text 6"/>
          <p:cNvSpPr txBox="1"/>
          <p:nvPr/>
        </p:nvSpPr>
        <p:spPr>
          <a:xfrm>
            <a:off x="1554480" y="2130552"/>
            <a:ext cx="4206240" cy="457200"/>
          </a:xfrm>
          <a:prstGeom prst="rect">
            <a:avLst/>
          </a:prstGeom>
          <a:noFill/>
          <a:ln/>
        </p:spPr>
        <p:txBody>
          <a:bodyPr wrap="square" lIns="0" tIns="0" rIns="0" bIns="0" rtlCol="0" anchor="t"/>
          <a:lstStyle/>
          <a:p>
            <a:pPr indent="0" marL="0">
              <a:buNone/>
            </a:pPr>
            <a:r>
              <a:rPr lang="en-US" sz="1400" dirty="0">
                <a:solidFill>
                  <a:schemeClr val="tx1"/>
                </a:solidFill>
              </a:rPr>
              <a:t>컬러 3색 HEX · 폰트 2종 · 포지셔닝 한 문장</a:t>
            </a:r>
            <a:endParaRPr lang="en-US" sz="1400" dirty="0"/>
          </a:p>
        </p:txBody>
      </p:sp>
      <p:sp>
        <p:nvSpPr>
          <p:cNvPr id="9" name="prep1"/>
          <p:cNvSpPr/>
          <p:nvPr/>
        </p:nvSpPr>
        <p:spPr>
          <a:xfrm>
            <a:off x="6172200" y="1508760"/>
            <a:ext cx="5394960" cy="1234440"/>
          </a:xfrm>
          <a:prstGeom prst="roundRect">
            <a:avLst>
              <a:gd name="adj" fmla="val 8889"/>
            </a:avLst>
          </a:prstGeom>
          <a:solidFill>
            <a:schemeClr val="bg2"/>
          </a:solidFill>
          <a:ln w="12700">
            <a:solidFill>
              <a:schemeClr val="bg2"/>
            </a:solidFill>
            <a:prstDash val="solid"/>
          </a:ln>
        </p:spPr>
      </p:sp>
      <p:sp>
        <p:nvSpPr>
          <p:cNvPr id="10" name="num2"/>
          <p:cNvSpPr/>
          <p:nvPr/>
        </p:nvSpPr>
        <p:spPr>
          <a:xfrm>
            <a:off x="6446520" y="1874520"/>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6446520" y="18745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2" name="Text 10"/>
          <p:cNvSpPr txBox="1"/>
          <p:nvPr/>
        </p:nvSpPr>
        <p:spPr>
          <a:xfrm>
            <a:off x="7178040" y="1709928"/>
            <a:ext cx="4206240" cy="365760"/>
          </a:xfrm>
          <a:prstGeom prst="rect">
            <a:avLst/>
          </a:prstGeom>
          <a:noFill/>
          <a:ln/>
        </p:spPr>
        <p:txBody>
          <a:bodyPr wrap="square" lIns="0" tIns="0" rIns="0" bIns="0" rtlCol="0" anchor="t"/>
          <a:lstStyle/>
          <a:p>
            <a:pPr indent="0" marL="0">
              <a:buNone/>
            </a:pPr>
            <a:r>
              <a:rPr lang="en-US" sz="1800" b="1" dirty="0">
                <a:solidFill>
                  <a:schemeClr val="tx2"/>
                </a:solidFill>
              </a:rPr>
              <a:t>대표 이미지</a:t>
            </a:r>
            <a:endParaRPr lang="en-US" sz="1800" dirty="0"/>
          </a:p>
        </p:txBody>
      </p:sp>
      <p:sp>
        <p:nvSpPr>
          <p:cNvPr id="13" name="Text 11"/>
          <p:cNvSpPr txBox="1"/>
          <p:nvPr/>
        </p:nvSpPr>
        <p:spPr>
          <a:xfrm>
            <a:off x="7178040" y="2130552"/>
            <a:ext cx="4206240" cy="457200"/>
          </a:xfrm>
          <a:prstGeom prst="rect">
            <a:avLst/>
          </a:prstGeom>
          <a:noFill/>
          <a:ln/>
        </p:spPr>
        <p:txBody>
          <a:bodyPr wrap="square" lIns="0" tIns="0" rIns="0" bIns="0" rtlCol="0" anchor="t"/>
          <a:lstStyle/>
          <a:p>
            <a:pPr indent="0" marL="0">
              <a:buNone/>
            </a:pPr>
            <a:r>
              <a:rPr lang="en-US" sz="1400" dirty="0">
                <a:solidFill>
                  <a:schemeClr val="tx1"/>
                </a:solidFill>
              </a:rPr>
              <a:t>Hero에 쓸 가로 렌더 1장. 가장 자신 있는 컷</a:t>
            </a:r>
            <a:endParaRPr lang="en-US" sz="1400" dirty="0"/>
          </a:p>
        </p:txBody>
      </p:sp>
      <p:sp>
        <p:nvSpPr>
          <p:cNvPr id="14" name="prep2"/>
          <p:cNvSpPr/>
          <p:nvPr/>
        </p:nvSpPr>
        <p:spPr>
          <a:xfrm>
            <a:off x="548640" y="2971800"/>
            <a:ext cx="5394960" cy="1234440"/>
          </a:xfrm>
          <a:prstGeom prst="roundRect">
            <a:avLst>
              <a:gd name="adj" fmla="val 8889"/>
            </a:avLst>
          </a:prstGeom>
          <a:solidFill>
            <a:schemeClr val="bg2"/>
          </a:solidFill>
          <a:ln w="12700">
            <a:solidFill>
              <a:schemeClr val="bg2"/>
            </a:solidFill>
            <a:prstDash val="solid"/>
          </a:ln>
        </p:spPr>
      </p:sp>
      <p:sp>
        <p:nvSpPr>
          <p:cNvPr id="15" name="num3"/>
          <p:cNvSpPr/>
          <p:nvPr/>
        </p:nvSpPr>
        <p:spPr>
          <a:xfrm>
            <a:off x="822960" y="3337560"/>
            <a:ext cx="502920" cy="502920"/>
          </a:xfrm>
          <a:prstGeom prst="ellipse">
            <a:avLst/>
          </a:prstGeom>
          <a:solidFill>
            <a:schemeClr val="accent1"/>
          </a:solidFill>
          <a:ln w="12700">
            <a:solidFill>
              <a:schemeClr val="accent1"/>
            </a:solidFill>
            <a:prstDash val="solid"/>
          </a:ln>
        </p:spPr>
      </p:sp>
      <p:sp>
        <p:nvSpPr>
          <p:cNvPr id="16" name="Text 14"/>
          <p:cNvSpPr txBox="1"/>
          <p:nvPr/>
        </p:nvSpPr>
        <p:spPr>
          <a:xfrm>
            <a:off x="822960" y="33375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7" name="Text 15"/>
          <p:cNvSpPr txBox="1"/>
          <p:nvPr/>
        </p:nvSpPr>
        <p:spPr>
          <a:xfrm>
            <a:off x="1554480" y="3172968"/>
            <a:ext cx="4206240" cy="365760"/>
          </a:xfrm>
          <a:prstGeom prst="rect">
            <a:avLst/>
          </a:prstGeom>
          <a:noFill/>
          <a:ln/>
        </p:spPr>
        <p:txBody>
          <a:bodyPr wrap="square" lIns="0" tIns="0" rIns="0" bIns="0" rtlCol="0" anchor="t"/>
          <a:lstStyle/>
          <a:p>
            <a:pPr indent="0" marL="0">
              <a:buNone/>
            </a:pPr>
            <a:r>
              <a:rPr lang="en-US" sz="1800" b="1" dirty="0">
                <a:solidFill>
                  <a:schemeClr val="tx2"/>
                </a:solidFill>
              </a:rPr>
              <a:t>렌더 6~12장</a:t>
            </a:r>
            <a:endParaRPr lang="en-US" sz="1800" dirty="0"/>
          </a:p>
        </p:txBody>
      </p:sp>
      <p:sp>
        <p:nvSpPr>
          <p:cNvPr id="18" name="Text 16"/>
          <p:cNvSpPr txBox="1"/>
          <p:nvPr/>
        </p:nvSpPr>
        <p:spPr>
          <a:xfrm>
            <a:off x="1554480" y="3593592"/>
            <a:ext cx="4206240" cy="457200"/>
          </a:xfrm>
          <a:prstGeom prst="rect">
            <a:avLst/>
          </a:prstGeom>
          <a:noFill/>
          <a:ln/>
        </p:spPr>
        <p:txBody>
          <a:bodyPr wrap="square" lIns="0" tIns="0" rIns="0" bIns="0" rtlCol="0" anchor="t"/>
          <a:lstStyle/>
          <a:p>
            <a:pPr indent="0" marL="0">
              <a:buNone/>
            </a:pPr>
            <a:r>
              <a:rPr lang="en-US" sz="1400" dirty="0">
                <a:solidFill>
                  <a:schemeClr val="tx1"/>
                </a:solidFill>
              </a:rPr>
              <a:t>공간 순서대로 번호를 붙여 한 폴더에</a:t>
            </a:r>
            <a:endParaRPr lang="en-US" sz="1400" dirty="0"/>
          </a:p>
        </p:txBody>
      </p:sp>
      <p:sp>
        <p:nvSpPr>
          <p:cNvPr id="19" name="prep3"/>
          <p:cNvSpPr/>
          <p:nvPr/>
        </p:nvSpPr>
        <p:spPr>
          <a:xfrm>
            <a:off x="6172200" y="2971800"/>
            <a:ext cx="5394960" cy="1234440"/>
          </a:xfrm>
          <a:prstGeom prst="roundRect">
            <a:avLst>
              <a:gd name="adj" fmla="val 8889"/>
            </a:avLst>
          </a:prstGeom>
          <a:solidFill>
            <a:schemeClr val="bg2"/>
          </a:solidFill>
          <a:ln w="12700">
            <a:solidFill>
              <a:schemeClr val="bg2"/>
            </a:solidFill>
            <a:prstDash val="solid"/>
          </a:ln>
        </p:spPr>
      </p:sp>
      <p:sp>
        <p:nvSpPr>
          <p:cNvPr id="20" name="num4"/>
          <p:cNvSpPr/>
          <p:nvPr/>
        </p:nvSpPr>
        <p:spPr>
          <a:xfrm>
            <a:off x="6446520" y="3337560"/>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6446520" y="33375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22" name="Text 20"/>
          <p:cNvSpPr txBox="1"/>
          <p:nvPr/>
        </p:nvSpPr>
        <p:spPr>
          <a:xfrm>
            <a:off x="7178040" y="3172968"/>
            <a:ext cx="4206240" cy="365760"/>
          </a:xfrm>
          <a:prstGeom prst="rect">
            <a:avLst/>
          </a:prstGeom>
          <a:noFill/>
          <a:ln/>
        </p:spPr>
        <p:txBody>
          <a:bodyPr wrap="square" lIns="0" tIns="0" rIns="0" bIns="0" rtlCol="0" anchor="t"/>
          <a:lstStyle/>
          <a:p>
            <a:pPr indent="0" marL="0">
              <a:buNone/>
            </a:pPr>
            <a:r>
              <a:rPr lang="en-US" sz="1800" b="1" dirty="0">
                <a:solidFill>
                  <a:schemeClr val="tx2"/>
                </a:solidFill>
              </a:rPr>
              <a:t>도면 2~4장</a:t>
            </a:r>
            <a:endParaRPr lang="en-US" sz="1800" dirty="0"/>
          </a:p>
        </p:txBody>
      </p:sp>
      <p:sp>
        <p:nvSpPr>
          <p:cNvPr id="23" name="Text 21"/>
          <p:cNvSpPr txBox="1"/>
          <p:nvPr/>
        </p:nvSpPr>
        <p:spPr>
          <a:xfrm>
            <a:off x="7178040" y="3593592"/>
            <a:ext cx="4206240" cy="457200"/>
          </a:xfrm>
          <a:prstGeom prst="rect">
            <a:avLst/>
          </a:prstGeom>
          <a:noFill/>
          <a:ln/>
        </p:spPr>
        <p:txBody>
          <a:bodyPr wrap="square" lIns="0" tIns="0" rIns="0" bIns="0" rtlCol="0" anchor="t"/>
          <a:lstStyle/>
          <a:p>
            <a:pPr indent="0" marL="0">
              <a:buNone/>
            </a:pPr>
            <a:r>
              <a:rPr lang="en-US" sz="1400" dirty="0">
                <a:solidFill>
                  <a:schemeClr val="tx1"/>
                </a:solidFill>
              </a:rPr>
              <a:t>평면 · 단면 · 다이어그램을 이미지로 내보내기</a:t>
            </a:r>
            <a:endParaRPr lang="en-US" sz="1400" dirty="0"/>
          </a:p>
        </p:txBody>
      </p:sp>
      <p:sp>
        <p:nvSpPr>
          <p:cNvPr id="24" name="prep4"/>
          <p:cNvSpPr/>
          <p:nvPr/>
        </p:nvSpPr>
        <p:spPr>
          <a:xfrm>
            <a:off x="548640" y="4434840"/>
            <a:ext cx="5394960" cy="1234440"/>
          </a:xfrm>
          <a:prstGeom prst="roundRect">
            <a:avLst>
              <a:gd name="adj" fmla="val 8889"/>
            </a:avLst>
          </a:prstGeom>
          <a:solidFill>
            <a:schemeClr val="bg2"/>
          </a:solidFill>
          <a:ln w="12700">
            <a:solidFill>
              <a:schemeClr val="bg2"/>
            </a:solidFill>
            <a:prstDash val="solid"/>
          </a:ln>
        </p:spPr>
      </p:sp>
      <p:sp>
        <p:nvSpPr>
          <p:cNvPr id="25" name="num5"/>
          <p:cNvSpPr/>
          <p:nvPr/>
        </p:nvSpPr>
        <p:spPr>
          <a:xfrm>
            <a:off x="822960" y="4800600"/>
            <a:ext cx="502920" cy="502920"/>
          </a:xfrm>
          <a:prstGeom prst="ellipse">
            <a:avLst/>
          </a:prstGeom>
          <a:solidFill>
            <a:schemeClr val="accent1"/>
          </a:solidFill>
          <a:ln w="12700">
            <a:solidFill>
              <a:schemeClr val="accent1"/>
            </a:solidFill>
            <a:prstDash val="solid"/>
          </a:ln>
        </p:spPr>
      </p:sp>
      <p:sp>
        <p:nvSpPr>
          <p:cNvPr id="26" name="Text 24"/>
          <p:cNvSpPr txBox="1"/>
          <p:nvPr/>
        </p:nvSpPr>
        <p:spPr>
          <a:xfrm>
            <a:off x="822960" y="480060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05</a:t>
            </a:r>
            <a:endParaRPr lang="en-US" sz="1400" dirty="0"/>
          </a:p>
        </p:txBody>
      </p:sp>
      <p:sp>
        <p:nvSpPr>
          <p:cNvPr id="27" name="Text 25"/>
          <p:cNvSpPr txBox="1"/>
          <p:nvPr/>
        </p:nvSpPr>
        <p:spPr>
          <a:xfrm>
            <a:off x="1554480" y="4636008"/>
            <a:ext cx="4206240" cy="365760"/>
          </a:xfrm>
          <a:prstGeom prst="rect">
            <a:avLst/>
          </a:prstGeom>
          <a:noFill/>
          <a:ln/>
        </p:spPr>
        <p:txBody>
          <a:bodyPr wrap="square" lIns="0" tIns="0" rIns="0" bIns="0" rtlCol="0" anchor="t"/>
          <a:lstStyle/>
          <a:p>
            <a:pPr indent="0" marL="0">
              <a:buNone/>
            </a:pPr>
            <a:r>
              <a:rPr lang="en-US" sz="1800" b="1" dirty="0">
                <a:solidFill>
                  <a:schemeClr val="tx2"/>
                </a:solidFill>
              </a:rPr>
              <a:t>영상 링크</a:t>
            </a:r>
            <a:endParaRPr lang="en-US" sz="1800" dirty="0"/>
          </a:p>
        </p:txBody>
      </p:sp>
      <p:sp>
        <p:nvSpPr>
          <p:cNvPr id="28" name="Text 26"/>
          <p:cNvSpPr txBox="1"/>
          <p:nvPr/>
        </p:nvSpPr>
        <p:spPr>
          <a:xfrm>
            <a:off x="1554480" y="5056632"/>
            <a:ext cx="4206240" cy="457200"/>
          </a:xfrm>
          <a:prstGeom prst="rect">
            <a:avLst/>
          </a:prstGeom>
          <a:noFill/>
          <a:ln/>
        </p:spPr>
        <p:txBody>
          <a:bodyPr wrap="square" lIns="0" tIns="0" rIns="0" bIns="0" rtlCol="0" anchor="t"/>
          <a:lstStyle/>
          <a:p>
            <a:pPr indent="0" marL="0">
              <a:buNone/>
            </a:pPr>
            <a:r>
              <a:rPr lang="en-US" sz="1400" dirty="0">
                <a:solidFill>
                  <a:schemeClr val="tx1"/>
                </a:solidFill>
              </a:rPr>
              <a:t>5분 영상을 YouTube에 일부 공개로 업로드</a:t>
            </a:r>
            <a:endParaRPr lang="en-US" sz="1400" dirty="0"/>
          </a:p>
        </p:txBody>
      </p:sp>
      <p:sp>
        <p:nvSpPr>
          <p:cNvPr id="29" name="prep5"/>
          <p:cNvSpPr/>
          <p:nvPr/>
        </p:nvSpPr>
        <p:spPr>
          <a:xfrm>
            <a:off x="6172200" y="4434840"/>
            <a:ext cx="5394960" cy="1234440"/>
          </a:xfrm>
          <a:prstGeom prst="roundRect">
            <a:avLst>
              <a:gd name="adj" fmla="val 8889"/>
            </a:avLst>
          </a:prstGeom>
          <a:solidFill>
            <a:schemeClr val="bg2"/>
          </a:solidFill>
          <a:ln w="12700">
            <a:solidFill>
              <a:schemeClr val="bg2"/>
            </a:solidFill>
            <a:prstDash val="solid"/>
          </a:ln>
        </p:spPr>
      </p:sp>
      <p:sp>
        <p:nvSpPr>
          <p:cNvPr id="30" name="num6"/>
          <p:cNvSpPr/>
          <p:nvPr/>
        </p:nvSpPr>
        <p:spPr>
          <a:xfrm>
            <a:off x="6446520" y="4800600"/>
            <a:ext cx="502920" cy="502920"/>
          </a:xfrm>
          <a:prstGeom prst="ellipse">
            <a:avLst/>
          </a:prstGeom>
          <a:solidFill>
            <a:schemeClr val="accent1"/>
          </a:solidFill>
          <a:ln w="12700">
            <a:solidFill>
              <a:schemeClr val="accent1"/>
            </a:solidFill>
            <a:prstDash val="solid"/>
          </a:ln>
        </p:spPr>
      </p:sp>
      <p:sp>
        <p:nvSpPr>
          <p:cNvPr id="31" name="Text 29"/>
          <p:cNvSpPr txBox="1"/>
          <p:nvPr/>
        </p:nvSpPr>
        <p:spPr>
          <a:xfrm>
            <a:off x="6446520" y="480060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06</a:t>
            </a:r>
            <a:endParaRPr lang="en-US" sz="1400" dirty="0"/>
          </a:p>
        </p:txBody>
      </p:sp>
      <p:sp>
        <p:nvSpPr>
          <p:cNvPr id="32" name="Text 30"/>
          <p:cNvSpPr txBox="1"/>
          <p:nvPr/>
        </p:nvSpPr>
        <p:spPr>
          <a:xfrm>
            <a:off x="7178040" y="4636008"/>
            <a:ext cx="4206240" cy="365760"/>
          </a:xfrm>
          <a:prstGeom prst="rect">
            <a:avLst/>
          </a:prstGeom>
          <a:noFill/>
          <a:ln/>
        </p:spPr>
        <p:txBody>
          <a:bodyPr wrap="square" lIns="0" tIns="0" rIns="0" bIns="0" rtlCol="0" anchor="t"/>
          <a:lstStyle/>
          <a:p>
            <a:pPr indent="0" marL="0">
              <a:buNone/>
            </a:pPr>
            <a:r>
              <a:rPr lang="en-US" sz="1800" b="1" dirty="0">
                <a:solidFill>
                  <a:schemeClr val="tx2"/>
                </a:solidFill>
              </a:rPr>
              <a:t>About 문장</a:t>
            </a:r>
            <a:endParaRPr lang="en-US" sz="1800" dirty="0"/>
          </a:p>
        </p:txBody>
      </p:sp>
      <p:sp>
        <p:nvSpPr>
          <p:cNvPr id="33" name="Text 31"/>
          <p:cNvSpPr txBox="1"/>
          <p:nvPr/>
        </p:nvSpPr>
        <p:spPr>
          <a:xfrm>
            <a:off x="7178040" y="5056632"/>
            <a:ext cx="4206240" cy="457200"/>
          </a:xfrm>
          <a:prstGeom prst="rect">
            <a:avLst/>
          </a:prstGeom>
          <a:noFill/>
          <a:ln/>
        </p:spPr>
        <p:txBody>
          <a:bodyPr wrap="square" lIns="0" tIns="0" rIns="0" bIns="0" rtlCol="0" anchor="t"/>
          <a:lstStyle/>
          <a:p>
            <a:pPr indent="0" marL="0">
              <a:buNone/>
            </a:pPr>
            <a:r>
              <a:rPr lang="en-US" sz="1400" dirty="0">
                <a:solidFill>
                  <a:schemeClr val="tx1"/>
                </a:solidFill>
              </a:rPr>
              <a:t>자기소개 2~3줄 + 연락처(이메일 · 인스타그램)</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이미지는 올리기 전에 줄인다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01 · 파일 규격</a:t>
            </a:r>
            <a:endParaRPr lang="en-US" sz="1200" dirty="0"/>
          </a:p>
        </p:txBody>
      </p:sp>
      <p:sp>
        <p:nvSpPr>
          <p:cNvPr id="4" name="Text 2"/>
          <p:cNvSpPr txBox="1"/>
          <p:nvPr/>
        </p:nvSpPr>
        <p:spPr>
          <a:xfrm>
            <a:off x="548640" y="1737360"/>
            <a:ext cx="3566160" cy="822960"/>
          </a:xfrm>
          <a:prstGeom prst="rect">
            <a:avLst/>
          </a:prstGeom>
          <a:noFill/>
          <a:ln/>
        </p:spPr>
        <p:txBody>
          <a:bodyPr wrap="square" lIns="0" tIns="0" rIns="0" bIns="0" rtlCol="0" anchor="t"/>
          <a:lstStyle/>
          <a:p>
            <a:pPr indent="0" marL="0">
              <a:buNone/>
            </a:pPr>
            <a:r>
              <a:rPr lang="en-US" sz="4000" b="1" dirty="0">
                <a:solidFill>
                  <a:schemeClr val="accent1"/>
                </a:solidFill>
              </a:rPr>
              <a:t>가로 2400px</a:t>
            </a:r>
            <a:endParaRPr lang="en-US" sz="4000" dirty="0"/>
          </a:p>
        </p:txBody>
      </p:sp>
      <p:sp>
        <p:nvSpPr>
          <p:cNvPr id="5" name="Text 3"/>
          <p:cNvSpPr txBox="1"/>
          <p:nvPr/>
        </p:nvSpPr>
        <p:spPr>
          <a:xfrm>
            <a:off x="548640" y="2606040"/>
            <a:ext cx="3566160" cy="365760"/>
          </a:xfrm>
          <a:prstGeom prst="rect">
            <a:avLst/>
          </a:prstGeom>
          <a:noFill/>
          <a:ln/>
        </p:spPr>
        <p:txBody>
          <a:bodyPr wrap="square" lIns="0" tIns="0" rIns="0" bIns="0" rtlCol="0" anchor="t"/>
          <a:lstStyle/>
          <a:p>
            <a:pPr indent="0" marL="0">
              <a:buNone/>
            </a:pPr>
            <a:r>
              <a:rPr lang="en-US" sz="1500" dirty="0">
                <a:solidFill>
                  <a:schemeClr val="accent4"/>
                </a:solidFill>
              </a:rPr>
              <a:t>이하로 리사이즈</a:t>
            </a:r>
            <a:endParaRPr lang="en-US" sz="1500" dirty="0"/>
          </a:p>
        </p:txBody>
      </p:sp>
      <p:sp>
        <p:nvSpPr>
          <p:cNvPr id="6" name="Text 4"/>
          <p:cNvSpPr txBox="1"/>
          <p:nvPr/>
        </p:nvSpPr>
        <p:spPr>
          <a:xfrm>
            <a:off x="4297680" y="1737360"/>
            <a:ext cx="3566160" cy="822960"/>
          </a:xfrm>
          <a:prstGeom prst="rect">
            <a:avLst/>
          </a:prstGeom>
          <a:noFill/>
          <a:ln/>
        </p:spPr>
        <p:txBody>
          <a:bodyPr wrap="square" lIns="0" tIns="0" rIns="0" bIns="0" rtlCol="0" anchor="t"/>
          <a:lstStyle/>
          <a:p>
            <a:pPr indent="0" marL="0">
              <a:buNone/>
            </a:pPr>
            <a:r>
              <a:rPr lang="en-US" sz="4000" b="1" dirty="0">
                <a:solidFill>
                  <a:schemeClr val="accent1"/>
                </a:solidFill>
              </a:rPr>
              <a:t>1MB 안팎</a:t>
            </a:r>
            <a:endParaRPr lang="en-US" sz="4000" dirty="0"/>
          </a:p>
        </p:txBody>
      </p:sp>
      <p:sp>
        <p:nvSpPr>
          <p:cNvPr id="7" name="Text 5"/>
          <p:cNvSpPr txBox="1"/>
          <p:nvPr/>
        </p:nvSpPr>
        <p:spPr>
          <a:xfrm>
            <a:off x="4297680" y="2606040"/>
            <a:ext cx="3566160" cy="365760"/>
          </a:xfrm>
          <a:prstGeom prst="rect">
            <a:avLst/>
          </a:prstGeom>
          <a:noFill/>
          <a:ln/>
        </p:spPr>
        <p:txBody>
          <a:bodyPr wrap="square" lIns="0" tIns="0" rIns="0" bIns="0" rtlCol="0" anchor="t"/>
          <a:lstStyle/>
          <a:p>
            <a:pPr indent="0" marL="0">
              <a:buNone/>
            </a:pPr>
            <a:r>
              <a:rPr lang="en-US" sz="1500" dirty="0">
                <a:solidFill>
                  <a:schemeClr val="accent4"/>
                </a:solidFill>
              </a:rPr>
              <a:t>한 장 기준 권장 용량</a:t>
            </a:r>
            <a:endParaRPr lang="en-US" sz="1500" dirty="0"/>
          </a:p>
        </p:txBody>
      </p:sp>
      <p:sp>
        <p:nvSpPr>
          <p:cNvPr id="8" name="Text 6"/>
          <p:cNvSpPr txBox="1"/>
          <p:nvPr/>
        </p:nvSpPr>
        <p:spPr>
          <a:xfrm>
            <a:off x="8046720" y="1737360"/>
            <a:ext cx="3566160" cy="822960"/>
          </a:xfrm>
          <a:prstGeom prst="rect">
            <a:avLst/>
          </a:prstGeom>
          <a:noFill/>
          <a:ln/>
        </p:spPr>
        <p:txBody>
          <a:bodyPr wrap="square" lIns="0" tIns="0" rIns="0" bIns="0" rtlCol="0" anchor="t"/>
          <a:lstStyle/>
          <a:p>
            <a:pPr indent="0" marL="0">
              <a:buNone/>
            </a:pPr>
            <a:r>
              <a:rPr lang="en-US" sz="4000" b="1" dirty="0">
                <a:solidFill>
                  <a:schemeClr val="accent1"/>
                </a:solidFill>
              </a:rPr>
              <a:t>JPG · WebP</a:t>
            </a:r>
            <a:endParaRPr lang="en-US" sz="4000" dirty="0"/>
          </a:p>
        </p:txBody>
      </p:sp>
      <p:sp>
        <p:nvSpPr>
          <p:cNvPr id="9" name="Text 7"/>
          <p:cNvSpPr txBox="1"/>
          <p:nvPr/>
        </p:nvSpPr>
        <p:spPr>
          <a:xfrm>
            <a:off x="8046720" y="2606040"/>
            <a:ext cx="3566160" cy="365760"/>
          </a:xfrm>
          <a:prstGeom prst="rect">
            <a:avLst/>
          </a:prstGeom>
          <a:noFill/>
          <a:ln/>
        </p:spPr>
        <p:txBody>
          <a:bodyPr wrap="square" lIns="0" tIns="0" rIns="0" bIns="0" rtlCol="0" anchor="t"/>
          <a:lstStyle/>
          <a:p>
            <a:pPr indent="0" marL="0">
              <a:buNone/>
            </a:pPr>
            <a:r>
              <a:rPr lang="en-US" sz="1500" dirty="0">
                <a:solidFill>
                  <a:schemeClr val="accent4"/>
                </a:solidFill>
              </a:rPr>
              <a:t>PNG는 도면 · 로고만</a:t>
            </a:r>
            <a:endParaRPr lang="en-US" sz="1500" dirty="0"/>
          </a:p>
        </p:txBody>
      </p:sp>
      <p:sp>
        <p:nvSpPr>
          <p:cNvPr id="10" name="nameRule"/>
          <p:cNvSpPr/>
          <p:nvPr/>
        </p:nvSpPr>
        <p:spPr>
          <a:xfrm>
            <a:off x="548640" y="3474720"/>
            <a:ext cx="11064240" cy="2377440"/>
          </a:xfrm>
          <a:prstGeom prst="roundRect">
            <a:avLst>
              <a:gd name="adj" fmla="val 4615"/>
            </a:avLst>
          </a:prstGeom>
          <a:solidFill>
            <a:schemeClr val="bg2"/>
          </a:solidFill>
          <a:ln w="12700">
            <a:solidFill>
              <a:schemeClr val="bg2"/>
            </a:solidFill>
            <a:prstDash val="solid"/>
          </a:ln>
        </p:spPr>
      </p:sp>
      <p:sp>
        <p:nvSpPr>
          <p:cNvPr id="11" name="Text 9"/>
          <p:cNvSpPr txBox="1"/>
          <p:nvPr/>
        </p:nvSpPr>
        <p:spPr>
          <a:xfrm>
            <a:off x="868680" y="3703320"/>
            <a:ext cx="4572000" cy="365760"/>
          </a:xfrm>
          <a:prstGeom prst="rect">
            <a:avLst/>
          </a:prstGeom>
          <a:noFill/>
          <a:ln/>
        </p:spPr>
        <p:txBody>
          <a:bodyPr wrap="square" lIns="0" tIns="0" rIns="0" bIns="0" rtlCol="0" anchor="t"/>
          <a:lstStyle/>
          <a:p>
            <a:pPr indent="0" marL="0">
              <a:buNone/>
            </a:pPr>
            <a:r>
              <a:rPr lang="en-US" sz="1800" b="1" dirty="0">
                <a:solidFill>
                  <a:schemeClr val="tx2"/>
                </a:solidFill>
              </a:rPr>
              <a:t>파일 이름 규칙</a:t>
            </a:r>
            <a:endParaRPr lang="en-US" sz="1800" dirty="0"/>
          </a:p>
        </p:txBody>
      </p:sp>
      <p:sp>
        <p:nvSpPr>
          <p:cNvPr id="12" name="Text 10"/>
          <p:cNvSpPr txBox="1"/>
          <p:nvPr/>
        </p:nvSpPr>
        <p:spPr>
          <a:xfrm>
            <a:off x="868680" y="4206240"/>
            <a:ext cx="10424160" cy="457200"/>
          </a:xfrm>
          <a:prstGeom prst="rect">
            <a:avLst/>
          </a:prstGeom>
          <a:noFill/>
          <a:ln/>
        </p:spPr>
        <p:txBody>
          <a:bodyPr wrap="square" lIns="0" tIns="0" rIns="0" bIns="0" rtlCol="0" anchor="t"/>
          <a:lstStyle/>
          <a:p>
            <a:pPr indent="0" marL="0">
              <a:buNone/>
            </a:pPr>
            <a:r>
              <a:rPr lang="en-US" sz="2000" dirty="0">
                <a:solidFill>
                  <a:schemeClr val="tx2"/>
                </a:solidFill>
                <a:latin typeface="Courier New" pitchFamily="34" charset="0"/>
                <a:ea typeface="Courier New" pitchFamily="34" charset="-122"/>
                <a:cs typeface="Courier New" pitchFamily="34" charset="-120"/>
              </a:rPr>
              <a:t>01_hero.jpg   02_lobby.jpg   03_corridor.jpg …</a:t>
            </a:r>
            <a:endParaRPr lang="en-US" sz="2000" dirty="0"/>
          </a:p>
        </p:txBody>
      </p:sp>
      <p:sp>
        <p:nvSpPr>
          <p:cNvPr id="13" name="Text 11"/>
          <p:cNvSpPr txBox="1"/>
          <p:nvPr/>
        </p:nvSpPr>
        <p:spPr>
          <a:xfrm>
            <a:off x="868680" y="4754880"/>
            <a:ext cx="10424160" cy="914400"/>
          </a:xfrm>
          <a:prstGeom prst="rect">
            <a:avLst/>
          </a:prstGeom>
          <a:noFill/>
          <a:ln/>
        </p:spPr>
        <p:txBody>
          <a:bodyPr wrap="square" lIns="0" tIns="0" rIns="0" bIns="0" rtlCol="0" anchor="t"/>
          <a:lstStyle/>
          <a:p>
            <a:pPr indent="0" marL="0">
              <a:buNone/>
            </a:pPr>
            <a:r>
              <a:rPr lang="en-US" sz="1400" dirty="0">
                <a:solidFill>
                  <a:schemeClr val="tx1"/>
                </a:solidFill>
              </a:rPr>
              <a:t>영문 소문자 · 숫자 · 밑줄만 사용합니다. 한글과 공백이 들어간 이름은 링크에서 깨질 수 있습니다. 클로드 코드에 "이 폴더 이미지를 가로 2400px, WebP로 바꾸고 번호순으로 이름 바꿔줘"라고 요청하면 한 번에 처리됩니다.</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템플릿은 세 가지만 보고 고른다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02 · 템플릿</a:t>
            </a:r>
            <a:endParaRPr lang="en-US" sz="1200" dirty="0"/>
          </a:p>
        </p:txBody>
      </p:sp>
      <p:sp>
        <p:nvSpPr>
          <p:cNvPr id="4" name="num1"/>
          <p:cNvSpPr/>
          <p:nvPr/>
        </p:nvSpPr>
        <p:spPr>
          <a:xfrm>
            <a:off x="548640" y="164592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548640" y="16459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6" name="Text 4"/>
          <p:cNvSpPr txBox="1"/>
          <p:nvPr/>
        </p:nvSpPr>
        <p:spPr>
          <a:xfrm>
            <a:off x="1280160" y="1554480"/>
            <a:ext cx="5120640" cy="411480"/>
          </a:xfrm>
          <a:prstGeom prst="rect">
            <a:avLst/>
          </a:prstGeom>
          <a:noFill/>
          <a:ln/>
        </p:spPr>
        <p:txBody>
          <a:bodyPr wrap="square" lIns="0" tIns="0" rIns="0" bIns="0" rtlCol="0" anchor="t"/>
          <a:lstStyle/>
          <a:p>
            <a:pPr indent="0" marL="0">
              <a:buNone/>
            </a:pPr>
            <a:r>
              <a:rPr lang="en-US" sz="1900" b="1" dirty="0">
                <a:solidFill>
                  <a:schemeClr val="tx2"/>
                </a:solidFill>
              </a:rPr>
              <a:t>사진이 크게 들어가는가</a:t>
            </a:r>
            <a:endParaRPr lang="en-US" sz="1900" dirty="0"/>
          </a:p>
        </p:txBody>
      </p:sp>
      <p:sp>
        <p:nvSpPr>
          <p:cNvPr id="7" name="Text 5"/>
          <p:cNvSpPr txBox="1"/>
          <p:nvPr/>
        </p:nvSpPr>
        <p:spPr>
          <a:xfrm>
            <a:off x="1280160" y="2011680"/>
            <a:ext cx="5120640" cy="457200"/>
          </a:xfrm>
          <a:prstGeom prst="rect">
            <a:avLst/>
          </a:prstGeom>
          <a:noFill/>
          <a:ln/>
        </p:spPr>
        <p:txBody>
          <a:bodyPr wrap="square" lIns="0" tIns="0" rIns="0" bIns="0" rtlCol="0" anchor="t"/>
          <a:lstStyle/>
          <a:p>
            <a:pPr indent="0" marL="0">
              <a:buNone/>
            </a:pPr>
            <a:r>
              <a:rPr lang="en-US" sz="1400" dirty="0">
                <a:solidFill>
                  <a:schemeClr val="tx1"/>
                </a:solidFill>
              </a:rPr>
              <a:t>첫 화면에 렌더 한 장이 화면을 채우는 구성</a:t>
            </a:r>
            <a:endParaRPr lang="en-US" sz="1400" dirty="0"/>
          </a:p>
        </p:txBody>
      </p:sp>
      <p:sp>
        <p:nvSpPr>
          <p:cNvPr id="8" name="num2"/>
          <p:cNvSpPr/>
          <p:nvPr/>
        </p:nvSpPr>
        <p:spPr>
          <a:xfrm>
            <a:off x="548640" y="2788920"/>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548640" y="27889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0" name="Text 8"/>
          <p:cNvSpPr txBox="1"/>
          <p:nvPr/>
        </p:nvSpPr>
        <p:spPr>
          <a:xfrm>
            <a:off x="1280160" y="2697480"/>
            <a:ext cx="5120640" cy="411480"/>
          </a:xfrm>
          <a:prstGeom prst="rect">
            <a:avLst/>
          </a:prstGeom>
          <a:noFill/>
          <a:ln/>
        </p:spPr>
        <p:txBody>
          <a:bodyPr wrap="square" lIns="0" tIns="0" rIns="0" bIns="0" rtlCol="0" anchor="t"/>
          <a:lstStyle/>
          <a:p>
            <a:pPr indent="0" marL="0">
              <a:buNone/>
            </a:pPr>
            <a:r>
              <a:rPr lang="en-US" sz="1900" b="1" dirty="0">
                <a:solidFill>
                  <a:schemeClr val="tx2"/>
                </a:solidFill>
              </a:rPr>
              <a:t>메뉴가 단순한가</a:t>
            </a:r>
            <a:endParaRPr lang="en-US" sz="1900" dirty="0"/>
          </a:p>
        </p:txBody>
      </p:sp>
      <p:sp>
        <p:nvSpPr>
          <p:cNvPr id="11" name="Text 9"/>
          <p:cNvSpPr txBox="1"/>
          <p:nvPr/>
        </p:nvSpPr>
        <p:spPr>
          <a:xfrm>
            <a:off x="1280160" y="3154680"/>
            <a:ext cx="5120640" cy="457200"/>
          </a:xfrm>
          <a:prstGeom prst="rect">
            <a:avLst/>
          </a:prstGeom>
          <a:noFill/>
          <a:ln/>
        </p:spPr>
        <p:txBody>
          <a:bodyPr wrap="square" lIns="0" tIns="0" rIns="0" bIns="0" rtlCol="0" anchor="t"/>
          <a:lstStyle/>
          <a:p>
            <a:pPr indent="0" marL="0">
              <a:buNone/>
            </a:pPr>
            <a:r>
              <a:rPr lang="en-US" sz="1400" dirty="0">
                <a:solidFill>
                  <a:schemeClr val="tx1"/>
                </a:solidFill>
              </a:rPr>
              <a:t>메뉴 4~5개 이하. 6개 섹션과 그대로 맞출 수 있는지</a:t>
            </a:r>
            <a:endParaRPr lang="en-US" sz="1400" dirty="0"/>
          </a:p>
        </p:txBody>
      </p:sp>
      <p:sp>
        <p:nvSpPr>
          <p:cNvPr id="12" name="num3"/>
          <p:cNvSpPr/>
          <p:nvPr/>
        </p:nvSpPr>
        <p:spPr>
          <a:xfrm>
            <a:off x="548640" y="393192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548640" y="39319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4" name="Text 12"/>
          <p:cNvSpPr txBox="1"/>
          <p:nvPr/>
        </p:nvSpPr>
        <p:spPr>
          <a:xfrm>
            <a:off x="1280160" y="3840480"/>
            <a:ext cx="5120640" cy="411480"/>
          </a:xfrm>
          <a:prstGeom prst="rect">
            <a:avLst/>
          </a:prstGeom>
          <a:noFill/>
          <a:ln/>
        </p:spPr>
        <p:txBody>
          <a:bodyPr wrap="square" lIns="0" tIns="0" rIns="0" bIns="0" rtlCol="0" anchor="t"/>
          <a:lstStyle/>
          <a:p>
            <a:pPr indent="0" marL="0">
              <a:buNone/>
            </a:pPr>
            <a:r>
              <a:rPr lang="en-US" sz="1900" b="1" dirty="0">
                <a:solidFill>
                  <a:schemeClr val="tx2"/>
                </a:solidFill>
              </a:rPr>
              <a:t>무료인가</a:t>
            </a:r>
            <a:endParaRPr lang="en-US" sz="1900" dirty="0"/>
          </a:p>
        </p:txBody>
      </p:sp>
      <p:sp>
        <p:nvSpPr>
          <p:cNvPr id="15" name="Text 13"/>
          <p:cNvSpPr txBox="1"/>
          <p:nvPr/>
        </p:nvSpPr>
        <p:spPr>
          <a:xfrm>
            <a:off x="1280160" y="4297680"/>
            <a:ext cx="5120640" cy="457200"/>
          </a:xfrm>
          <a:prstGeom prst="rect">
            <a:avLst/>
          </a:prstGeom>
          <a:noFill/>
          <a:ln/>
        </p:spPr>
        <p:txBody>
          <a:bodyPr wrap="square" lIns="0" tIns="0" rIns="0" bIns="0" rtlCol="0" anchor="t"/>
          <a:lstStyle/>
          <a:p>
            <a:pPr indent="0" marL="0">
              <a:buNone/>
            </a:pPr>
            <a:r>
              <a:rPr lang="en-US" sz="1400" dirty="0">
                <a:solidFill>
                  <a:schemeClr val="tx1"/>
                </a:solidFill>
              </a:rPr>
              <a:t>Free 표시 확인. 유료 템플릿은 구매가 필요</a:t>
            </a:r>
            <a:endParaRPr lang="en-US" sz="1400" dirty="0"/>
          </a:p>
        </p:txBody>
      </p:sp>
      <p:sp>
        <p:nvSpPr>
          <p:cNvPr id="16" name="ref"/>
          <p:cNvSpPr/>
          <p:nvPr/>
        </p:nvSpPr>
        <p:spPr>
          <a:xfrm>
            <a:off x="6675120" y="1463040"/>
            <a:ext cx="4937760" cy="4206240"/>
          </a:xfrm>
          <a:prstGeom prst="roundRect">
            <a:avLst>
              <a:gd name="adj" fmla="val 2609"/>
            </a:avLst>
          </a:prstGeom>
          <a:solidFill>
            <a:schemeClr val="bg2"/>
          </a:solidFill>
          <a:ln w="12700">
            <a:solidFill>
              <a:schemeClr val="bg2"/>
            </a:solidFill>
            <a:prstDash val="solid"/>
          </a:ln>
        </p:spPr>
      </p:sp>
      <p:sp>
        <p:nvSpPr>
          <p:cNvPr id="17" name="Text 15"/>
          <p:cNvSpPr txBox="1"/>
          <p:nvPr/>
        </p:nvSpPr>
        <p:spPr>
          <a:xfrm>
            <a:off x="6995160" y="1691640"/>
            <a:ext cx="4389120" cy="365760"/>
          </a:xfrm>
          <a:prstGeom prst="rect">
            <a:avLst/>
          </a:prstGeom>
          <a:noFill/>
          <a:ln/>
        </p:spPr>
        <p:txBody>
          <a:bodyPr wrap="square" lIns="0" tIns="0" rIns="0" bIns="0" rtlCol="0" anchor="t"/>
          <a:lstStyle/>
          <a:p>
            <a:pPr indent="0" marL="0">
              <a:buNone/>
            </a:pPr>
            <a:r>
              <a:rPr lang="en-US" sz="1500" b="1" dirty="0">
                <a:solidFill>
                  <a:schemeClr val="accent1"/>
                </a:solidFill>
              </a:rPr>
              <a:t>지난 차시에 본 무료 템플릿</a:t>
            </a:r>
            <a:endParaRPr lang="en-US" sz="1500" dirty="0"/>
          </a:p>
        </p:txBody>
      </p:sp>
      <p:sp>
        <p:nvSpPr>
          <p:cNvPr id="18" name="Text 16"/>
          <p:cNvSpPr txBox="1"/>
          <p:nvPr/>
        </p:nvSpPr>
        <p:spPr>
          <a:xfrm>
            <a:off x="6995160" y="2286000"/>
            <a:ext cx="4389120" cy="411480"/>
          </a:xfrm>
          <a:prstGeom prst="rect">
            <a:avLst/>
          </a:prstGeom>
          <a:noFill/>
          <a:ln/>
        </p:spPr>
        <p:txBody>
          <a:bodyPr wrap="square" lIns="0" tIns="0" rIns="0" bIns="0" rtlCol="0" anchor="t"/>
          <a:lstStyle/>
          <a:p>
            <a:pPr indent="0" marL="0">
              <a:buNone/>
            </a:pPr>
            <a:r>
              <a:rPr lang="en-US" sz="2000" b="1" dirty="0">
                <a:solidFill>
                  <a:schemeClr val="tx2"/>
                </a:solidFill>
              </a:rPr>
              <a:t>Forma Interior</a:t>
            </a:r>
            <a:endParaRPr lang="en-US" sz="2000" dirty="0"/>
          </a:p>
        </p:txBody>
      </p:sp>
      <p:sp>
        <p:nvSpPr>
          <p:cNvPr id="19" name="Text 17"/>
          <p:cNvSpPr txBox="1"/>
          <p:nvPr/>
        </p:nvSpPr>
        <p:spPr>
          <a:xfrm>
            <a:off x="6995160" y="2697480"/>
            <a:ext cx="4389120" cy="365760"/>
          </a:xfrm>
          <a:prstGeom prst="rect">
            <a:avLst/>
          </a:prstGeom>
          <a:noFill/>
          <a:ln/>
        </p:spPr>
        <p:txBody>
          <a:bodyPr wrap="square" lIns="0" tIns="0" rIns="0" bIns="0" rtlCol="0" anchor="t"/>
          <a:lstStyle/>
          <a:p>
            <a:pPr indent="0" marL="0">
              <a:buNone/>
            </a:pPr>
            <a:r>
              <a:rPr lang="en-US" sz="1400" dirty="0">
                <a:solidFill>
                  <a:schemeClr val="accent4"/>
                </a:solidFill>
              </a:rPr>
              <a:t>공간 사진을 크게 보여주는 첫 화면</a:t>
            </a:r>
            <a:endParaRPr lang="en-US" sz="1400" dirty="0"/>
          </a:p>
        </p:txBody>
      </p:sp>
      <p:sp>
        <p:nvSpPr>
          <p:cNvPr id="20" name="Text 18"/>
          <p:cNvSpPr txBox="1"/>
          <p:nvPr/>
        </p:nvSpPr>
        <p:spPr>
          <a:xfrm>
            <a:off x="6995160" y="3337560"/>
            <a:ext cx="4389120" cy="411480"/>
          </a:xfrm>
          <a:prstGeom prst="rect">
            <a:avLst/>
          </a:prstGeom>
          <a:noFill/>
          <a:ln/>
        </p:spPr>
        <p:txBody>
          <a:bodyPr wrap="square" lIns="0" tIns="0" rIns="0" bIns="0" rtlCol="0" anchor="t"/>
          <a:lstStyle/>
          <a:p>
            <a:pPr indent="0" marL="0">
              <a:buNone/>
            </a:pPr>
            <a:r>
              <a:rPr lang="en-US" sz="2000" b="1" dirty="0">
                <a:solidFill>
                  <a:schemeClr val="tx2"/>
                </a:solidFill>
              </a:rPr>
              <a:t>VOLUM</a:t>
            </a:r>
            <a:endParaRPr lang="en-US" sz="2000" dirty="0"/>
          </a:p>
        </p:txBody>
      </p:sp>
      <p:sp>
        <p:nvSpPr>
          <p:cNvPr id="21" name="Text 19"/>
          <p:cNvSpPr txBox="1"/>
          <p:nvPr/>
        </p:nvSpPr>
        <p:spPr>
          <a:xfrm>
            <a:off x="6995160" y="3749040"/>
            <a:ext cx="4389120" cy="365760"/>
          </a:xfrm>
          <a:prstGeom prst="rect">
            <a:avLst/>
          </a:prstGeom>
          <a:noFill/>
          <a:ln/>
        </p:spPr>
        <p:txBody>
          <a:bodyPr wrap="square" lIns="0" tIns="0" rIns="0" bIns="0" rtlCol="0" anchor="t"/>
          <a:lstStyle/>
          <a:p>
            <a:pPr indent="0" marL="0">
              <a:buNone/>
            </a:pPr>
            <a:r>
              <a:rPr lang="en-US" sz="1400" dirty="0">
                <a:solidFill>
                  <a:schemeClr val="accent4"/>
                </a:solidFill>
              </a:rPr>
              <a:t>건축 사진 + 절제된 메뉴</a:t>
            </a:r>
            <a:endParaRPr lang="en-US" sz="1400" dirty="0"/>
          </a:p>
        </p:txBody>
      </p:sp>
      <p:sp>
        <p:nvSpPr>
          <p:cNvPr id="22" name="Text 20"/>
          <p:cNvSpPr txBox="1"/>
          <p:nvPr/>
        </p:nvSpPr>
        <p:spPr>
          <a:xfrm>
            <a:off x="6995160" y="4389120"/>
            <a:ext cx="4389120" cy="411480"/>
          </a:xfrm>
          <a:prstGeom prst="rect">
            <a:avLst/>
          </a:prstGeom>
          <a:noFill/>
          <a:ln/>
        </p:spPr>
        <p:txBody>
          <a:bodyPr wrap="square" lIns="0" tIns="0" rIns="0" bIns="0" rtlCol="0" anchor="t"/>
          <a:lstStyle/>
          <a:p>
            <a:pPr indent="0" marL="0">
              <a:buNone/>
            </a:pPr>
            <a:r>
              <a:rPr lang="en-US" sz="2000" b="1" dirty="0">
                <a:solidFill>
                  <a:schemeClr val="tx2"/>
                </a:solidFill>
              </a:rPr>
              <a:t>ARCHIOR</a:t>
            </a:r>
            <a:endParaRPr lang="en-US" sz="2000" dirty="0"/>
          </a:p>
        </p:txBody>
      </p:sp>
      <p:sp>
        <p:nvSpPr>
          <p:cNvPr id="23" name="Text 21"/>
          <p:cNvSpPr txBox="1"/>
          <p:nvPr/>
        </p:nvSpPr>
        <p:spPr>
          <a:xfrm>
            <a:off x="6995160" y="4800600"/>
            <a:ext cx="4389120" cy="365760"/>
          </a:xfrm>
          <a:prstGeom prst="rect">
            <a:avLst/>
          </a:prstGeom>
          <a:noFill/>
          <a:ln/>
        </p:spPr>
        <p:txBody>
          <a:bodyPr wrap="square" lIns="0" tIns="0" rIns="0" bIns="0" rtlCol="0" anchor="t"/>
          <a:lstStyle/>
          <a:p>
            <a:pPr indent="0" marL="0">
              <a:buNone/>
            </a:pPr>
            <a:r>
              <a:rPr lang="en-US" sz="1400" dirty="0">
                <a:solidFill>
                  <a:schemeClr val="accent4"/>
                </a:solidFill>
              </a:rPr>
              <a:t>여러 프로젝트를 갤러리로 정리</a:t>
            </a:r>
            <a:endParaRPr lang="en-US" sz="1400" dirty="0"/>
          </a:p>
        </p:txBody>
      </p:sp>
      <p:sp>
        <p:nvSpPr>
          <p:cNvPr id="24" name="Text 22"/>
          <p:cNvSpPr txBox="1"/>
          <p:nvPr/>
        </p:nvSpPr>
        <p:spPr>
          <a:xfrm>
            <a:off x="548640" y="5120640"/>
            <a:ext cx="5852160" cy="640080"/>
          </a:xfrm>
          <a:prstGeom prst="rect">
            <a:avLst/>
          </a:prstGeom>
          <a:noFill/>
          <a:ln/>
        </p:spPr>
        <p:txBody>
          <a:bodyPr wrap="square" lIns="0" tIns="0" rIns="0" bIns="0" rtlCol="0" anchor="t"/>
          <a:lstStyle/>
          <a:p>
            <a:pPr indent="0" marL="0">
              <a:buNone/>
            </a:pPr>
            <a:r>
              <a:rPr lang="en-US" sz="1300" dirty="0">
                <a:solidFill>
                  <a:schemeClr val="accent4"/>
                </a:solidFill>
              </a:rPr>
              <a:t>템플릿 페이지에서 Remix(복제)를 누르면 내 프로젝트로 복사됩니다. 원본은 바뀌지 않습니다.</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한 페이지를 위에서 아래로 걷게 만든다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03 · 구조</a:t>
            </a:r>
            <a:endParaRPr lang="en-US" sz="1200" dirty="0"/>
          </a:p>
        </p:txBody>
      </p:sp>
      <p:sp>
        <p:nvSpPr>
          <p:cNvPr id="4" name="ia0"/>
          <p:cNvSpPr/>
          <p:nvPr/>
        </p:nvSpPr>
        <p:spPr>
          <a:xfrm>
            <a:off x="548640" y="1417320"/>
            <a:ext cx="2194560" cy="621792"/>
          </a:xfrm>
          <a:prstGeom prst="roundRect">
            <a:avLst>
              <a:gd name="adj" fmla="val 17647"/>
            </a:avLst>
          </a:prstGeom>
          <a:solidFill>
            <a:schemeClr val="accent1"/>
          </a:solidFill>
          <a:ln w="12700">
            <a:solidFill>
              <a:schemeClr val="accent1"/>
            </a:solidFill>
            <a:prstDash val="solid"/>
          </a:ln>
        </p:spPr>
      </p:sp>
      <p:sp>
        <p:nvSpPr>
          <p:cNvPr id="5" name="Text 3"/>
          <p:cNvSpPr txBox="1"/>
          <p:nvPr/>
        </p:nvSpPr>
        <p:spPr>
          <a:xfrm>
            <a:off x="777240" y="1417320"/>
            <a:ext cx="1828800" cy="621792"/>
          </a:xfrm>
          <a:prstGeom prst="rect">
            <a:avLst/>
          </a:prstGeom>
          <a:noFill/>
          <a:ln/>
        </p:spPr>
        <p:txBody>
          <a:bodyPr wrap="square" lIns="0" tIns="0" rIns="0" bIns="0" rtlCol="0" anchor="ctr"/>
          <a:lstStyle/>
          <a:p>
            <a:pPr indent="0" marL="0">
              <a:buNone/>
            </a:pPr>
            <a:r>
              <a:rPr lang="en-US" sz="1700" b="1" dirty="0">
                <a:solidFill>
                  <a:schemeClr val="bg1"/>
                </a:solidFill>
              </a:rPr>
              <a:t>Hero</a:t>
            </a:r>
            <a:endParaRPr lang="en-US" sz="1700" dirty="0"/>
          </a:p>
        </p:txBody>
      </p:sp>
      <p:sp>
        <p:nvSpPr>
          <p:cNvPr id="6" name="Text 4"/>
          <p:cNvSpPr txBox="1"/>
          <p:nvPr/>
        </p:nvSpPr>
        <p:spPr>
          <a:xfrm>
            <a:off x="3017520" y="1417320"/>
            <a:ext cx="3840480" cy="621792"/>
          </a:xfrm>
          <a:prstGeom prst="rect">
            <a:avLst/>
          </a:prstGeom>
          <a:noFill/>
          <a:ln/>
        </p:spPr>
        <p:txBody>
          <a:bodyPr wrap="square" lIns="0" tIns="0" rIns="0" bIns="0" rtlCol="0" anchor="ctr"/>
          <a:lstStyle/>
          <a:p>
            <a:pPr indent="0" marL="0">
              <a:buNone/>
            </a:pPr>
            <a:r>
              <a:rPr lang="en-US" sz="1400" dirty="0">
                <a:solidFill>
                  <a:schemeClr val="tx1"/>
                </a:solidFill>
              </a:rPr>
              <a:t>대표 렌더 + 작품명 + 한 줄 컨셉</a:t>
            </a:r>
            <a:endParaRPr lang="en-US" sz="1400" dirty="0"/>
          </a:p>
        </p:txBody>
      </p:sp>
      <p:sp>
        <p:nvSpPr>
          <p:cNvPr id="7" name="ia1"/>
          <p:cNvSpPr/>
          <p:nvPr/>
        </p:nvSpPr>
        <p:spPr>
          <a:xfrm>
            <a:off x="548640" y="2203704"/>
            <a:ext cx="2194560" cy="621792"/>
          </a:xfrm>
          <a:prstGeom prst="roundRect">
            <a:avLst>
              <a:gd name="adj" fmla="val 17647"/>
            </a:avLst>
          </a:prstGeom>
          <a:solidFill>
            <a:schemeClr val="bg2"/>
          </a:solidFill>
          <a:ln w="12700">
            <a:solidFill>
              <a:schemeClr val="bg2"/>
            </a:solidFill>
            <a:prstDash val="solid"/>
          </a:ln>
        </p:spPr>
      </p:sp>
      <p:sp>
        <p:nvSpPr>
          <p:cNvPr id="8" name="Text 6"/>
          <p:cNvSpPr txBox="1"/>
          <p:nvPr/>
        </p:nvSpPr>
        <p:spPr>
          <a:xfrm>
            <a:off x="777240" y="2203704"/>
            <a:ext cx="1828800" cy="621792"/>
          </a:xfrm>
          <a:prstGeom prst="rect">
            <a:avLst/>
          </a:prstGeom>
          <a:noFill/>
          <a:ln/>
        </p:spPr>
        <p:txBody>
          <a:bodyPr wrap="square" lIns="0" tIns="0" rIns="0" bIns="0" rtlCol="0" anchor="ctr"/>
          <a:lstStyle/>
          <a:p>
            <a:pPr indent="0" marL="0">
              <a:buNone/>
            </a:pPr>
            <a:r>
              <a:rPr lang="en-US" sz="1700" b="1" dirty="0">
                <a:solidFill>
                  <a:schemeClr val="tx2"/>
                </a:solidFill>
              </a:rPr>
              <a:t>Video</a:t>
            </a:r>
            <a:endParaRPr lang="en-US" sz="1700" dirty="0"/>
          </a:p>
        </p:txBody>
      </p:sp>
      <p:sp>
        <p:nvSpPr>
          <p:cNvPr id="9" name="Text 7"/>
          <p:cNvSpPr txBox="1"/>
          <p:nvPr/>
        </p:nvSpPr>
        <p:spPr>
          <a:xfrm>
            <a:off x="3017520" y="2203704"/>
            <a:ext cx="3840480" cy="621792"/>
          </a:xfrm>
          <a:prstGeom prst="rect">
            <a:avLst/>
          </a:prstGeom>
          <a:noFill/>
          <a:ln/>
        </p:spPr>
        <p:txBody>
          <a:bodyPr wrap="square" lIns="0" tIns="0" rIns="0" bIns="0" rtlCol="0" anchor="ctr"/>
          <a:lstStyle/>
          <a:p>
            <a:pPr indent="0" marL="0">
              <a:buNone/>
            </a:pPr>
            <a:r>
              <a:rPr lang="en-US" sz="1400" dirty="0">
                <a:solidFill>
                  <a:schemeClr val="tx1"/>
                </a:solidFill>
              </a:rPr>
              <a:t>5분 영상 (YouTube)</a:t>
            </a:r>
            <a:endParaRPr lang="en-US" sz="1400" dirty="0"/>
          </a:p>
        </p:txBody>
      </p:sp>
      <p:sp>
        <p:nvSpPr>
          <p:cNvPr id="10" name="ia2"/>
          <p:cNvSpPr/>
          <p:nvPr/>
        </p:nvSpPr>
        <p:spPr>
          <a:xfrm>
            <a:off x="548640" y="2990088"/>
            <a:ext cx="2194560" cy="621792"/>
          </a:xfrm>
          <a:prstGeom prst="roundRect">
            <a:avLst>
              <a:gd name="adj" fmla="val 17647"/>
            </a:avLst>
          </a:prstGeom>
          <a:solidFill>
            <a:schemeClr val="bg2"/>
          </a:solidFill>
          <a:ln w="12700">
            <a:solidFill>
              <a:schemeClr val="bg2"/>
            </a:solidFill>
            <a:prstDash val="solid"/>
          </a:ln>
        </p:spPr>
      </p:sp>
      <p:sp>
        <p:nvSpPr>
          <p:cNvPr id="11" name="Text 9"/>
          <p:cNvSpPr txBox="1"/>
          <p:nvPr/>
        </p:nvSpPr>
        <p:spPr>
          <a:xfrm>
            <a:off x="777240" y="2990088"/>
            <a:ext cx="1828800" cy="621792"/>
          </a:xfrm>
          <a:prstGeom prst="rect">
            <a:avLst/>
          </a:prstGeom>
          <a:noFill/>
          <a:ln/>
        </p:spPr>
        <p:txBody>
          <a:bodyPr wrap="square" lIns="0" tIns="0" rIns="0" bIns="0" rtlCol="0" anchor="ctr"/>
          <a:lstStyle/>
          <a:p>
            <a:pPr indent="0" marL="0">
              <a:buNone/>
            </a:pPr>
            <a:r>
              <a:rPr lang="en-US" sz="1700" b="1" dirty="0">
                <a:solidFill>
                  <a:schemeClr val="tx2"/>
                </a:solidFill>
              </a:rPr>
              <a:t>Concept</a:t>
            </a:r>
            <a:endParaRPr lang="en-US" sz="1700" dirty="0"/>
          </a:p>
        </p:txBody>
      </p:sp>
      <p:sp>
        <p:nvSpPr>
          <p:cNvPr id="12" name="Text 10"/>
          <p:cNvSpPr txBox="1"/>
          <p:nvPr/>
        </p:nvSpPr>
        <p:spPr>
          <a:xfrm>
            <a:off x="3017520" y="2990088"/>
            <a:ext cx="3840480" cy="621792"/>
          </a:xfrm>
          <a:prstGeom prst="rect">
            <a:avLst/>
          </a:prstGeom>
          <a:noFill/>
          <a:ln/>
        </p:spPr>
        <p:txBody>
          <a:bodyPr wrap="square" lIns="0" tIns="0" rIns="0" bIns="0" rtlCol="0" anchor="ctr"/>
          <a:lstStyle/>
          <a:p>
            <a:pPr indent="0" marL="0">
              <a:buNone/>
            </a:pPr>
            <a:r>
              <a:rPr lang="en-US" sz="1400" dirty="0">
                <a:solidFill>
                  <a:schemeClr val="tx1"/>
                </a:solidFill>
              </a:rPr>
              <a:t>컨셉 문장 + 다이어그램</a:t>
            </a:r>
            <a:endParaRPr lang="en-US" sz="1400" dirty="0"/>
          </a:p>
        </p:txBody>
      </p:sp>
      <p:sp>
        <p:nvSpPr>
          <p:cNvPr id="13" name="ia3"/>
          <p:cNvSpPr/>
          <p:nvPr/>
        </p:nvSpPr>
        <p:spPr>
          <a:xfrm>
            <a:off x="548640" y="3776472"/>
            <a:ext cx="2194560" cy="621792"/>
          </a:xfrm>
          <a:prstGeom prst="roundRect">
            <a:avLst>
              <a:gd name="adj" fmla="val 17647"/>
            </a:avLst>
          </a:prstGeom>
          <a:solidFill>
            <a:schemeClr val="bg2"/>
          </a:solidFill>
          <a:ln w="12700">
            <a:solidFill>
              <a:schemeClr val="bg2"/>
            </a:solidFill>
            <a:prstDash val="solid"/>
          </a:ln>
        </p:spPr>
      </p:sp>
      <p:sp>
        <p:nvSpPr>
          <p:cNvPr id="14" name="Text 12"/>
          <p:cNvSpPr txBox="1"/>
          <p:nvPr/>
        </p:nvSpPr>
        <p:spPr>
          <a:xfrm>
            <a:off x="777240" y="3776472"/>
            <a:ext cx="1828800" cy="621792"/>
          </a:xfrm>
          <a:prstGeom prst="rect">
            <a:avLst/>
          </a:prstGeom>
          <a:noFill/>
          <a:ln/>
        </p:spPr>
        <p:txBody>
          <a:bodyPr wrap="square" lIns="0" tIns="0" rIns="0" bIns="0" rtlCol="0" anchor="ctr"/>
          <a:lstStyle/>
          <a:p>
            <a:pPr indent="0" marL="0">
              <a:buNone/>
            </a:pPr>
            <a:r>
              <a:rPr lang="en-US" sz="1700" b="1" dirty="0">
                <a:solidFill>
                  <a:schemeClr val="tx2"/>
                </a:solidFill>
              </a:rPr>
              <a:t>Drawing</a:t>
            </a:r>
            <a:endParaRPr lang="en-US" sz="1700" dirty="0"/>
          </a:p>
        </p:txBody>
      </p:sp>
      <p:sp>
        <p:nvSpPr>
          <p:cNvPr id="15" name="Text 13"/>
          <p:cNvSpPr txBox="1"/>
          <p:nvPr/>
        </p:nvSpPr>
        <p:spPr>
          <a:xfrm>
            <a:off x="3017520" y="3776472"/>
            <a:ext cx="3840480" cy="621792"/>
          </a:xfrm>
          <a:prstGeom prst="rect">
            <a:avLst/>
          </a:prstGeom>
          <a:noFill/>
          <a:ln/>
        </p:spPr>
        <p:txBody>
          <a:bodyPr wrap="square" lIns="0" tIns="0" rIns="0" bIns="0" rtlCol="0" anchor="ctr"/>
          <a:lstStyle/>
          <a:p>
            <a:pPr indent="0" marL="0">
              <a:buNone/>
            </a:pPr>
            <a:r>
              <a:rPr lang="en-US" sz="1400" dirty="0">
                <a:solidFill>
                  <a:schemeClr val="tx1"/>
                </a:solidFill>
              </a:rPr>
              <a:t>평면 · 단면</a:t>
            </a:r>
            <a:endParaRPr lang="en-US" sz="1400" dirty="0"/>
          </a:p>
        </p:txBody>
      </p:sp>
      <p:sp>
        <p:nvSpPr>
          <p:cNvPr id="16" name="ia4"/>
          <p:cNvSpPr/>
          <p:nvPr/>
        </p:nvSpPr>
        <p:spPr>
          <a:xfrm>
            <a:off x="548640" y="4562856"/>
            <a:ext cx="2194560" cy="621792"/>
          </a:xfrm>
          <a:prstGeom prst="roundRect">
            <a:avLst>
              <a:gd name="adj" fmla="val 17647"/>
            </a:avLst>
          </a:prstGeom>
          <a:solidFill>
            <a:schemeClr val="bg2"/>
          </a:solidFill>
          <a:ln w="12700">
            <a:solidFill>
              <a:schemeClr val="bg2"/>
            </a:solidFill>
            <a:prstDash val="solid"/>
          </a:ln>
        </p:spPr>
      </p:sp>
      <p:sp>
        <p:nvSpPr>
          <p:cNvPr id="17" name="Text 15"/>
          <p:cNvSpPr txBox="1"/>
          <p:nvPr/>
        </p:nvSpPr>
        <p:spPr>
          <a:xfrm>
            <a:off x="777240" y="4562856"/>
            <a:ext cx="1828800" cy="621792"/>
          </a:xfrm>
          <a:prstGeom prst="rect">
            <a:avLst/>
          </a:prstGeom>
          <a:noFill/>
          <a:ln/>
        </p:spPr>
        <p:txBody>
          <a:bodyPr wrap="square" lIns="0" tIns="0" rIns="0" bIns="0" rtlCol="0" anchor="ctr"/>
          <a:lstStyle/>
          <a:p>
            <a:pPr indent="0" marL="0">
              <a:buNone/>
            </a:pPr>
            <a:r>
              <a:rPr lang="en-US" sz="1700" b="1" dirty="0">
                <a:solidFill>
                  <a:schemeClr val="tx2"/>
                </a:solidFill>
              </a:rPr>
              <a:t>Render</a:t>
            </a:r>
            <a:endParaRPr lang="en-US" sz="1700" dirty="0"/>
          </a:p>
        </p:txBody>
      </p:sp>
      <p:sp>
        <p:nvSpPr>
          <p:cNvPr id="18" name="Text 16"/>
          <p:cNvSpPr txBox="1"/>
          <p:nvPr/>
        </p:nvSpPr>
        <p:spPr>
          <a:xfrm>
            <a:off x="3017520" y="4562856"/>
            <a:ext cx="3840480" cy="621792"/>
          </a:xfrm>
          <a:prstGeom prst="rect">
            <a:avLst/>
          </a:prstGeom>
          <a:noFill/>
          <a:ln/>
        </p:spPr>
        <p:txBody>
          <a:bodyPr wrap="square" lIns="0" tIns="0" rIns="0" bIns="0" rtlCol="0" anchor="ctr"/>
          <a:lstStyle/>
          <a:p>
            <a:pPr indent="0" marL="0">
              <a:buNone/>
            </a:pPr>
            <a:r>
              <a:rPr lang="en-US" sz="1400" dirty="0">
                <a:solidFill>
                  <a:schemeClr val="tx1"/>
                </a:solidFill>
              </a:rPr>
              <a:t>공간 순서대로 렌더</a:t>
            </a:r>
            <a:endParaRPr lang="en-US" sz="1400" dirty="0"/>
          </a:p>
        </p:txBody>
      </p:sp>
      <p:sp>
        <p:nvSpPr>
          <p:cNvPr id="19" name="ia5"/>
          <p:cNvSpPr/>
          <p:nvPr/>
        </p:nvSpPr>
        <p:spPr>
          <a:xfrm>
            <a:off x="548640" y="5349240"/>
            <a:ext cx="2194560" cy="621792"/>
          </a:xfrm>
          <a:prstGeom prst="roundRect">
            <a:avLst>
              <a:gd name="adj" fmla="val 17647"/>
            </a:avLst>
          </a:prstGeom>
          <a:solidFill>
            <a:schemeClr val="bg2"/>
          </a:solidFill>
          <a:ln w="12700">
            <a:solidFill>
              <a:schemeClr val="bg2"/>
            </a:solidFill>
            <a:prstDash val="solid"/>
          </a:ln>
        </p:spPr>
      </p:sp>
      <p:sp>
        <p:nvSpPr>
          <p:cNvPr id="20" name="Text 18"/>
          <p:cNvSpPr txBox="1"/>
          <p:nvPr/>
        </p:nvSpPr>
        <p:spPr>
          <a:xfrm>
            <a:off x="777240" y="5349240"/>
            <a:ext cx="1828800" cy="621792"/>
          </a:xfrm>
          <a:prstGeom prst="rect">
            <a:avLst/>
          </a:prstGeom>
          <a:noFill/>
          <a:ln/>
        </p:spPr>
        <p:txBody>
          <a:bodyPr wrap="square" lIns="0" tIns="0" rIns="0" bIns="0" rtlCol="0" anchor="ctr"/>
          <a:lstStyle/>
          <a:p>
            <a:pPr indent="0" marL="0">
              <a:buNone/>
            </a:pPr>
            <a:r>
              <a:rPr lang="en-US" sz="1700" b="1" dirty="0">
                <a:solidFill>
                  <a:schemeClr val="tx2"/>
                </a:solidFill>
              </a:rPr>
              <a:t>About</a:t>
            </a:r>
            <a:endParaRPr lang="en-US" sz="1700" dirty="0"/>
          </a:p>
        </p:txBody>
      </p:sp>
      <p:sp>
        <p:nvSpPr>
          <p:cNvPr id="21" name="Text 19"/>
          <p:cNvSpPr txBox="1"/>
          <p:nvPr/>
        </p:nvSpPr>
        <p:spPr>
          <a:xfrm>
            <a:off x="3017520" y="5349240"/>
            <a:ext cx="3840480" cy="621792"/>
          </a:xfrm>
          <a:prstGeom prst="rect">
            <a:avLst/>
          </a:prstGeom>
          <a:noFill/>
          <a:ln/>
        </p:spPr>
        <p:txBody>
          <a:bodyPr wrap="square" lIns="0" tIns="0" rIns="0" bIns="0" rtlCol="0" anchor="ctr"/>
          <a:lstStyle/>
          <a:p>
            <a:pPr indent="0" marL="0">
              <a:buNone/>
            </a:pPr>
            <a:r>
              <a:rPr lang="en-US" sz="1400" dirty="0">
                <a:solidFill>
                  <a:schemeClr val="tx1"/>
                </a:solidFill>
              </a:rPr>
              <a:t>나 · 연락처 · 사용 도구</a:t>
            </a:r>
            <a:endParaRPr lang="en-US" sz="1400" dirty="0"/>
          </a:p>
        </p:txBody>
      </p:sp>
      <p:sp>
        <p:nvSpPr>
          <p:cNvPr id="22" name="why"/>
          <p:cNvSpPr/>
          <p:nvPr/>
        </p:nvSpPr>
        <p:spPr>
          <a:xfrm>
            <a:off x="6949440" y="1417320"/>
            <a:ext cx="4663440" cy="4480560"/>
          </a:xfrm>
          <a:prstGeom prst="roundRect">
            <a:avLst>
              <a:gd name="adj" fmla="val 2449"/>
            </a:avLst>
          </a:prstGeom>
          <a:solidFill>
            <a:schemeClr val="tx2"/>
          </a:solidFill>
          <a:ln w="12700">
            <a:solidFill>
              <a:schemeClr val="tx2"/>
            </a:solidFill>
            <a:prstDash val="solid"/>
          </a:ln>
        </p:spPr>
      </p:sp>
      <p:sp>
        <p:nvSpPr>
          <p:cNvPr id="23" name="Text 21"/>
          <p:cNvSpPr txBox="1"/>
          <p:nvPr/>
        </p:nvSpPr>
        <p:spPr>
          <a:xfrm>
            <a:off x="7269480" y="1691640"/>
            <a:ext cx="4114800" cy="411480"/>
          </a:xfrm>
          <a:prstGeom prst="rect">
            <a:avLst/>
          </a:prstGeom>
          <a:noFill/>
          <a:ln/>
        </p:spPr>
        <p:txBody>
          <a:bodyPr wrap="square" lIns="0" tIns="0" rIns="0" bIns="0" rtlCol="0" anchor="t"/>
          <a:lstStyle/>
          <a:p>
            <a:pPr indent="0" marL="0">
              <a:buNone/>
            </a:pPr>
            <a:r>
              <a:rPr lang="en-US" sz="1800" b="1" dirty="0">
                <a:solidFill>
                  <a:schemeClr val="accent3"/>
                </a:solidFill>
              </a:rPr>
              <a:t>왜 한 페이지인가</a:t>
            </a:r>
            <a:endParaRPr lang="en-US" sz="1800" dirty="0"/>
          </a:p>
        </p:txBody>
      </p:sp>
      <p:sp>
        <p:nvSpPr>
          <p:cNvPr id="24" name="Text 22"/>
          <p:cNvSpPr txBox="1"/>
          <p:nvPr/>
        </p:nvSpPr>
        <p:spPr>
          <a:xfrm>
            <a:off x="7269480" y="2240280"/>
            <a:ext cx="4114800" cy="3474720"/>
          </a:xfrm>
          <a:prstGeom prst="rect">
            <a:avLst/>
          </a:prstGeom>
          <a:noFill/>
          <a:ln/>
        </p:spPr>
        <p:txBody>
          <a:bodyPr wrap="square" lIns="0" tIns="0" rIns="0" bIns="0" rtlCol="0" anchor="t"/>
          <a:lstStyle/>
          <a:p>
            <a:pPr indent="0" marL="0">
              <a:buNone/>
            </a:pPr>
            <a:r>
              <a:rPr lang="en-US" sz="1400" dirty="0">
                <a:solidFill>
                  <a:schemeClr val="bg1"/>
                </a:solidFill>
              </a:rPr>
              <a:t>판넬 QR로 들어온 사람은 휴대폰으로 스크롤만 합니다. 메뉴를 눌러 다른 페이지로 가는 일은 거의 없습니다.</a:t>
            </a:r>
            <a:endParaRPr lang="en-US" sz="1400" dirty="0"/>
          </a:p>
          <a:p>
            <a:pPr indent="0" marL="0">
              <a:buNone/>
            </a:pPr>
            <a:endParaRPr lang="en-US" sz="1400" dirty="0"/>
          </a:p>
          <a:p>
            <a:pPr indent="0" marL="0">
              <a:buNone/>
            </a:pPr>
            <a:r>
              <a:rPr lang="en-US" sz="1400" dirty="0">
                <a:solidFill>
                  <a:schemeClr val="bg1"/>
                </a:solidFill>
              </a:rPr>
              <a:t>6주차에 다룬 '스크롤은 곧 걷기'를 그대로 적용합니다. 영상과 컨셉으로 들어가 공간을 둘러보고, About에서 나옵니다.</a:t>
            </a:r>
            <a:endParaRPr lang="en-US" sz="1400" dirty="0"/>
          </a:p>
          <a:p>
            <a:pPr indent="0" marL="0">
              <a:buNone/>
            </a:pPr>
            <a:endParaRPr lang="en-US" sz="1400" dirty="0"/>
          </a:p>
          <a:p>
            <a:pPr indent="0" marL="0">
              <a:buNone/>
            </a:pPr>
            <a:r>
              <a:rPr lang="en-US" sz="1400" dirty="0">
                <a:solidFill>
                  <a:schemeClr val="bg1"/>
                </a:solidFill>
              </a:rPr>
              <a:t>메뉴는 같은 페이지의 섹션으로 이동하는 링크로 둡니다.</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색과 글꼴은 스타일로 한 번에 바꾼다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03 · 브랜드 적용</a:t>
            </a:r>
            <a:endParaRPr lang="en-US" sz="1200" dirty="0"/>
          </a:p>
        </p:txBody>
      </p:sp>
      <p:sp>
        <p:nvSpPr>
          <p:cNvPr id="4" name="num1"/>
          <p:cNvSpPr/>
          <p:nvPr/>
        </p:nvSpPr>
        <p:spPr>
          <a:xfrm>
            <a:off x="548640" y="155448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548640" y="15544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6" name="Text 4"/>
          <p:cNvSpPr txBox="1"/>
          <p:nvPr/>
        </p:nvSpPr>
        <p:spPr>
          <a:xfrm>
            <a:off x="1280160" y="1508760"/>
            <a:ext cx="5486400" cy="411480"/>
          </a:xfrm>
          <a:prstGeom prst="rect">
            <a:avLst/>
          </a:prstGeom>
          <a:noFill/>
          <a:ln/>
        </p:spPr>
        <p:txBody>
          <a:bodyPr wrap="square" lIns="0" tIns="0" rIns="0" bIns="0" rtlCol="0" anchor="t"/>
          <a:lstStyle/>
          <a:p>
            <a:pPr indent="0" marL="0">
              <a:buNone/>
            </a:pPr>
            <a:r>
              <a:rPr lang="en-US" sz="1800" b="1" dirty="0">
                <a:solidFill>
                  <a:schemeClr val="tx2"/>
                </a:solidFill>
              </a:rPr>
              <a:t>Assets 패널 열기</a:t>
            </a:r>
            <a:endParaRPr lang="en-US" sz="1800" dirty="0"/>
          </a:p>
        </p:txBody>
      </p:sp>
      <p:sp>
        <p:nvSpPr>
          <p:cNvPr id="7" name="Text 5"/>
          <p:cNvSpPr txBox="1"/>
          <p:nvPr/>
        </p:nvSpPr>
        <p:spPr>
          <a:xfrm>
            <a:off x="1280160" y="1947672"/>
            <a:ext cx="5486400" cy="457200"/>
          </a:xfrm>
          <a:prstGeom prst="rect">
            <a:avLst/>
          </a:prstGeom>
          <a:noFill/>
          <a:ln/>
        </p:spPr>
        <p:txBody>
          <a:bodyPr wrap="square" lIns="0" tIns="0" rIns="0" bIns="0" rtlCol="0" anchor="t"/>
          <a:lstStyle/>
          <a:p>
            <a:pPr indent="0" marL="0">
              <a:buNone/>
            </a:pPr>
            <a:r>
              <a:rPr lang="en-US" sz="1400" dirty="0">
                <a:solidFill>
                  <a:schemeClr val="tx1"/>
                </a:solidFill>
              </a:rPr>
              <a:t>왼쪽 패널에서 Colors · Text 스타일 목록을 확인</a:t>
            </a:r>
            <a:endParaRPr lang="en-US" sz="1400" dirty="0"/>
          </a:p>
        </p:txBody>
      </p:sp>
      <p:sp>
        <p:nvSpPr>
          <p:cNvPr id="8" name="num2"/>
          <p:cNvSpPr/>
          <p:nvPr/>
        </p:nvSpPr>
        <p:spPr>
          <a:xfrm>
            <a:off x="548640" y="2606040"/>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548640" y="2606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0" name="Text 8"/>
          <p:cNvSpPr txBox="1"/>
          <p:nvPr/>
        </p:nvSpPr>
        <p:spPr>
          <a:xfrm>
            <a:off x="1280160" y="2560320"/>
            <a:ext cx="5486400" cy="411480"/>
          </a:xfrm>
          <a:prstGeom prst="rect">
            <a:avLst/>
          </a:prstGeom>
          <a:noFill/>
          <a:ln/>
        </p:spPr>
        <p:txBody>
          <a:bodyPr wrap="square" lIns="0" tIns="0" rIns="0" bIns="0" rtlCol="0" anchor="t"/>
          <a:lstStyle/>
          <a:p>
            <a:pPr indent="0" marL="0">
              <a:buNone/>
            </a:pPr>
            <a:r>
              <a:rPr lang="en-US" sz="1800" b="1" dirty="0">
                <a:solidFill>
                  <a:schemeClr val="tx2"/>
                </a:solidFill>
              </a:rPr>
              <a:t>Color Style 교체</a:t>
            </a:r>
            <a:endParaRPr lang="en-US" sz="1800" dirty="0"/>
          </a:p>
        </p:txBody>
      </p:sp>
      <p:sp>
        <p:nvSpPr>
          <p:cNvPr id="11" name="Text 9"/>
          <p:cNvSpPr txBox="1"/>
          <p:nvPr/>
        </p:nvSpPr>
        <p:spPr>
          <a:xfrm>
            <a:off x="1280160" y="2999232"/>
            <a:ext cx="5486400" cy="457200"/>
          </a:xfrm>
          <a:prstGeom prst="rect">
            <a:avLst/>
          </a:prstGeom>
          <a:noFill/>
          <a:ln/>
        </p:spPr>
        <p:txBody>
          <a:bodyPr wrap="square" lIns="0" tIns="0" rIns="0" bIns="0" rtlCol="0" anchor="t"/>
          <a:lstStyle/>
          <a:p>
            <a:pPr indent="0" marL="0">
              <a:buNone/>
            </a:pPr>
            <a:r>
              <a:rPr lang="en-US" sz="1400" dirty="0">
                <a:solidFill>
                  <a:schemeClr val="tx1"/>
                </a:solidFill>
              </a:rPr>
              <a:t>템플릿의 주조 · 보조 · 강조 색을 브랜드 시트 HEX로 수정</a:t>
            </a:r>
            <a:endParaRPr lang="en-US" sz="1400" dirty="0"/>
          </a:p>
        </p:txBody>
      </p:sp>
      <p:sp>
        <p:nvSpPr>
          <p:cNvPr id="12" name="num3"/>
          <p:cNvSpPr/>
          <p:nvPr/>
        </p:nvSpPr>
        <p:spPr>
          <a:xfrm>
            <a:off x="548640" y="365760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548640" y="365760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4" name="Text 12"/>
          <p:cNvSpPr txBox="1"/>
          <p:nvPr/>
        </p:nvSpPr>
        <p:spPr>
          <a:xfrm>
            <a:off x="1280160" y="3611880"/>
            <a:ext cx="5486400" cy="411480"/>
          </a:xfrm>
          <a:prstGeom prst="rect">
            <a:avLst/>
          </a:prstGeom>
          <a:noFill/>
          <a:ln/>
        </p:spPr>
        <p:txBody>
          <a:bodyPr wrap="square" lIns="0" tIns="0" rIns="0" bIns="0" rtlCol="0" anchor="t"/>
          <a:lstStyle/>
          <a:p>
            <a:pPr indent="0" marL="0">
              <a:buNone/>
            </a:pPr>
            <a:r>
              <a:rPr lang="en-US" sz="1800" b="1" dirty="0">
                <a:solidFill>
                  <a:schemeClr val="tx2"/>
                </a:solidFill>
              </a:rPr>
              <a:t>Text Style 교체</a:t>
            </a:r>
            <a:endParaRPr lang="en-US" sz="1800" dirty="0"/>
          </a:p>
        </p:txBody>
      </p:sp>
      <p:sp>
        <p:nvSpPr>
          <p:cNvPr id="15" name="Text 13"/>
          <p:cNvSpPr txBox="1"/>
          <p:nvPr/>
        </p:nvSpPr>
        <p:spPr>
          <a:xfrm>
            <a:off x="1280160" y="4050792"/>
            <a:ext cx="5486400" cy="457200"/>
          </a:xfrm>
          <a:prstGeom prst="rect">
            <a:avLst/>
          </a:prstGeom>
          <a:noFill/>
          <a:ln/>
        </p:spPr>
        <p:txBody>
          <a:bodyPr wrap="square" lIns="0" tIns="0" rIns="0" bIns="0" rtlCol="0" anchor="t"/>
          <a:lstStyle/>
          <a:p>
            <a:pPr indent="0" marL="0">
              <a:buNone/>
            </a:pPr>
            <a:r>
              <a:rPr lang="en-US" sz="1400" dirty="0">
                <a:solidFill>
                  <a:schemeClr val="tx1"/>
                </a:solidFill>
              </a:rPr>
              <a:t>제목 · 본문 스타일의 글꼴을 브랜드 폰트 2종으로</a:t>
            </a:r>
            <a:endParaRPr lang="en-US" sz="1400" dirty="0"/>
          </a:p>
        </p:txBody>
      </p:sp>
      <p:sp>
        <p:nvSpPr>
          <p:cNvPr id="16" name="num4"/>
          <p:cNvSpPr/>
          <p:nvPr/>
        </p:nvSpPr>
        <p:spPr>
          <a:xfrm>
            <a:off x="548640" y="470916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48640" y="47091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18" name="Text 16"/>
          <p:cNvSpPr txBox="1"/>
          <p:nvPr/>
        </p:nvSpPr>
        <p:spPr>
          <a:xfrm>
            <a:off x="1280160" y="4663440"/>
            <a:ext cx="5486400" cy="411480"/>
          </a:xfrm>
          <a:prstGeom prst="rect">
            <a:avLst/>
          </a:prstGeom>
          <a:noFill/>
          <a:ln/>
        </p:spPr>
        <p:txBody>
          <a:bodyPr wrap="square" lIns="0" tIns="0" rIns="0" bIns="0" rtlCol="0" anchor="t"/>
          <a:lstStyle/>
          <a:p>
            <a:pPr indent="0" marL="0">
              <a:buNone/>
            </a:pPr>
            <a:r>
              <a:rPr lang="en-US" sz="1800" b="1" dirty="0">
                <a:solidFill>
                  <a:schemeClr val="tx2"/>
                </a:solidFill>
              </a:rPr>
              <a:t>전체 확인</a:t>
            </a:r>
            <a:endParaRPr lang="en-US" sz="1800" dirty="0"/>
          </a:p>
        </p:txBody>
      </p:sp>
      <p:sp>
        <p:nvSpPr>
          <p:cNvPr id="19" name="Text 17"/>
          <p:cNvSpPr txBox="1"/>
          <p:nvPr/>
        </p:nvSpPr>
        <p:spPr>
          <a:xfrm>
            <a:off x="1280160" y="5102352"/>
            <a:ext cx="5486400" cy="457200"/>
          </a:xfrm>
          <a:prstGeom prst="rect">
            <a:avLst/>
          </a:prstGeom>
          <a:noFill/>
          <a:ln/>
        </p:spPr>
        <p:txBody>
          <a:bodyPr wrap="square" lIns="0" tIns="0" rIns="0" bIns="0" rtlCol="0" anchor="t"/>
          <a:lstStyle/>
          <a:p>
            <a:pPr indent="0" marL="0">
              <a:buNone/>
            </a:pPr>
            <a:r>
              <a:rPr lang="en-US" sz="1400" dirty="0">
                <a:solidFill>
                  <a:schemeClr val="tx1"/>
                </a:solidFill>
              </a:rPr>
              <a:t>스타일을 쓰는 모든 요소가 함께 바뀌었는지 스크롤로 확인</a:t>
            </a:r>
            <a:endParaRPr lang="en-US" sz="1400" dirty="0"/>
          </a:p>
        </p:txBody>
      </p:sp>
      <p:sp>
        <p:nvSpPr>
          <p:cNvPr id="20" name="Text 18"/>
          <p:cNvSpPr txBox="1"/>
          <p:nvPr/>
        </p:nvSpPr>
        <p:spPr>
          <a:xfrm>
            <a:off x="6949440" y="1508760"/>
            <a:ext cx="4572000" cy="365760"/>
          </a:xfrm>
          <a:prstGeom prst="rect">
            <a:avLst/>
          </a:prstGeom>
          <a:noFill/>
          <a:ln/>
        </p:spPr>
        <p:txBody>
          <a:bodyPr wrap="square" lIns="0" tIns="0" rIns="0" bIns="0" rtlCol="0" anchor="t"/>
          <a:lstStyle/>
          <a:p>
            <a:pPr indent="0" marL="0">
              <a:buNone/>
            </a:pPr>
            <a:r>
              <a:rPr lang="en-US" sz="1500" b="1" dirty="0">
                <a:solidFill>
                  <a:schemeClr val="accent1"/>
                </a:solidFill>
              </a:rPr>
              <a:t>브랜드 컬러 비율</a:t>
            </a:r>
            <a:endParaRPr lang="en-US" sz="1500" dirty="0"/>
          </a:p>
        </p:txBody>
      </p:sp>
      <p:sp>
        <p:nvSpPr>
          <p:cNvPr id="21" name="c60"/>
          <p:cNvSpPr/>
          <p:nvPr/>
        </p:nvSpPr>
        <p:spPr>
          <a:xfrm>
            <a:off x="6949440" y="2011680"/>
            <a:ext cx="2798064" cy="2011680"/>
          </a:xfrm>
          <a:prstGeom prst="rect">
            <a:avLst/>
          </a:prstGeom>
          <a:solidFill>
            <a:schemeClr val="tx2"/>
          </a:solidFill>
          <a:ln w="12700">
            <a:solidFill>
              <a:schemeClr val="tx2"/>
            </a:solidFill>
            <a:prstDash val="solid"/>
          </a:ln>
        </p:spPr>
      </p:sp>
      <p:sp>
        <p:nvSpPr>
          <p:cNvPr id="22" name="c30"/>
          <p:cNvSpPr/>
          <p:nvPr/>
        </p:nvSpPr>
        <p:spPr>
          <a:xfrm>
            <a:off x="9747504" y="2011680"/>
            <a:ext cx="1399032" cy="2011680"/>
          </a:xfrm>
          <a:prstGeom prst="rect">
            <a:avLst/>
          </a:prstGeom>
          <a:solidFill>
            <a:schemeClr val="accent2"/>
          </a:solidFill>
          <a:ln w="12700">
            <a:solidFill>
              <a:schemeClr val="accent2"/>
            </a:solidFill>
            <a:prstDash val="solid"/>
          </a:ln>
        </p:spPr>
      </p:sp>
      <p:sp>
        <p:nvSpPr>
          <p:cNvPr id="23" name="c10"/>
          <p:cNvSpPr/>
          <p:nvPr/>
        </p:nvSpPr>
        <p:spPr>
          <a:xfrm>
            <a:off x="11146536" y="2011680"/>
            <a:ext cx="466344" cy="2011680"/>
          </a:xfrm>
          <a:prstGeom prst="rect">
            <a:avLst/>
          </a:prstGeom>
          <a:solidFill>
            <a:schemeClr val="accent3"/>
          </a:solidFill>
          <a:ln w="12700">
            <a:solidFill>
              <a:schemeClr val="accent3"/>
            </a:solidFill>
            <a:prstDash val="solid"/>
          </a:ln>
        </p:spPr>
      </p:sp>
      <p:sp>
        <p:nvSpPr>
          <p:cNvPr id="24" name="Text 22"/>
          <p:cNvSpPr txBox="1"/>
          <p:nvPr/>
        </p:nvSpPr>
        <p:spPr>
          <a:xfrm>
            <a:off x="7086600" y="3566160"/>
            <a:ext cx="1828800" cy="320040"/>
          </a:xfrm>
          <a:prstGeom prst="rect">
            <a:avLst/>
          </a:prstGeom>
          <a:noFill/>
          <a:ln/>
        </p:spPr>
        <p:txBody>
          <a:bodyPr wrap="square" lIns="0" tIns="0" rIns="0" bIns="0" rtlCol="0" anchor="t"/>
          <a:lstStyle/>
          <a:p>
            <a:pPr indent="0" marL="0">
              <a:buNone/>
            </a:pPr>
            <a:r>
              <a:rPr lang="en-US" sz="1300" b="1" dirty="0">
                <a:solidFill>
                  <a:schemeClr val="bg1"/>
                </a:solidFill>
              </a:rPr>
              <a:t>주조 60</a:t>
            </a:r>
            <a:endParaRPr lang="en-US" sz="1300" dirty="0"/>
          </a:p>
        </p:txBody>
      </p:sp>
      <p:sp>
        <p:nvSpPr>
          <p:cNvPr id="25" name="Text 23"/>
          <p:cNvSpPr txBox="1"/>
          <p:nvPr/>
        </p:nvSpPr>
        <p:spPr>
          <a:xfrm>
            <a:off x="9829800" y="3566160"/>
            <a:ext cx="1280160" cy="320040"/>
          </a:xfrm>
          <a:prstGeom prst="rect">
            <a:avLst/>
          </a:prstGeom>
          <a:noFill/>
          <a:ln/>
        </p:spPr>
        <p:txBody>
          <a:bodyPr wrap="square" lIns="0" tIns="0" rIns="0" bIns="0" rtlCol="0" anchor="t"/>
          <a:lstStyle/>
          <a:p>
            <a:pPr indent="0" marL="0">
              <a:buNone/>
            </a:pPr>
            <a:r>
              <a:rPr lang="en-US" sz="1300" b="1" dirty="0">
                <a:solidFill>
                  <a:schemeClr val="tx2"/>
                </a:solidFill>
              </a:rPr>
              <a:t>보조 30</a:t>
            </a:r>
            <a:endParaRPr lang="en-US" sz="1300" dirty="0"/>
          </a:p>
        </p:txBody>
      </p:sp>
      <p:sp>
        <p:nvSpPr>
          <p:cNvPr id="26" name="Text 24"/>
          <p:cNvSpPr txBox="1"/>
          <p:nvPr/>
        </p:nvSpPr>
        <p:spPr>
          <a:xfrm>
            <a:off x="10058400" y="4114800"/>
            <a:ext cx="1554480" cy="320040"/>
          </a:xfrm>
          <a:prstGeom prst="rect">
            <a:avLst/>
          </a:prstGeom>
          <a:noFill/>
          <a:ln/>
        </p:spPr>
        <p:txBody>
          <a:bodyPr wrap="square" lIns="0" tIns="0" rIns="0" bIns="0" rtlCol="0" anchor="t"/>
          <a:lstStyle/>
          <a:p>
            <a:pPr algn="r" indent="0" marL="0">
              <a:buNone/>
            </a:pPr>
            <a:r>
              <a:rPr lang="en-US" sz="1200" dirty="0">
                <a:solidFill>
                  <a:schemeClr val="accent4"/>
                </a:solidFill>
              </a:rPr>
              <a:t>강조 10</a:t>
            </a:r>
            <a:endParaRPr lang="en-US" sz="1200" dirty="0"/>
          </a:p>
        </p:txBody>
      </p:sp>
      <p:sp>
        <p:nvSpPr>
          <p:cNvPr id="27" name="Text 25"/>
          <p:cNvSpPr txBox="1"/>
          <p:nvPr/>
        </p:nvSpPr>
        <p:spPr>
          <a:xfrm>
            <a:off x="6949440" y="4572000"/>
            <a:ext cx="4663440" cy="1097280"/>
          </a:xfrm>
          <a:prstGeom prst="rect">
            <a:avLst/>
          </a:prstGeom>
          <a:noFill/>
          <a:ln/>
        </p:spPr>
        <p:txBody>
          <a:bodyPr wrap="square" lIns="0" tIns="0" rIns="0" bIns="0" rtlCol="0" anchor="t"/>
          <a:lstStyle/>
          <a:p>
            <a:pPr indent="0" marL="0">
              <a:buNone/>
            </a:pPr>
            <a:r>
              <a:rPr lang="en-US" sz="1300" dirty="0">
                <a:solidFill>
                  <a:schemeClr val="accent4"/>
                </a:solidFill>
              </a:rPr>
              <a:t>강조색은 버튼 · 링크 · 숫자에만. 한글 웹폰트가 목록에 없으면 Pretendard · Noto Sans KR처럼 Google Fonts에 있는 글꼴로 대신합니다.</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섹션마다 넣을 것과 분량</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03 · 내용</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554480"/>
                <a:gridCol w="4206240"/>
                <a:gridCol w="2286000"/>
                <a:gridCol w="3017520"/>
              </a:tblGrid>
              <a:tr h="566928">
                <a:tc>
                  <a:txBody>
                    <a:bodyPr/>
                    <a:lstStyle/>
                    <a:p>
                      <a:pPr indent="0" marL="0">
                        <a:buNone/>
                      </a:pPr>
                      <a:r>
                        <a:rPr lang="en-US" sz="1400" b="1" dirty="0">
                          <a:solidFill>
                            <a:schemeClr val="bg1"/>
                          </a:solidFill>
                        </a:rPr>
                        <a:t>섹션</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넣을 것</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분량</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자주 하는 실수</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Hero</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대표 렌더, 작품명, 한 줄 컨셉, 이름</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이미지 1 · 글 2줄</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글이 사진을 가림</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Video</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YouTube 영상 임베드, 러닝타임</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영상 1</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자동재생 켜 둠</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Concept</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컨셉 문장, 컨셉 · 동선 다이어그램</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글 3~4줄 · 이미지 1~2</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설명이 너무 김</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Drawing</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평면도, 단면도</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이미지 2~4</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선이 가늘어 모바일에서 안 보임</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Render</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공간 순서대로 렌더, 짧은 캡션</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이미지 6~12</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같은 앵글 반복</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About</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자기소개, 연락처, 사용 도구 표기</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글 3줄 · 링크 2~3</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AI 도구 표기 누락</a:t>
                      </a:r>
                      <a:endParaRPr lang="en-US" sz="1400" dirty="0"/>
                    </a:p>
                  </a:txBody>
                  <a:tcPr marL="109728" marR="109728" marT="0" marB="0" anchor="ctr">
                    <a:lnL w="9525" cap="flat" cmpd="sng" algn="ctr">
                      <a:solidFill>
                        <a:srgbClr val="C9D9CD"/>
                      </a:solidFill>
                      <a:prstDash val="solid"/>
                      <a:round/>
                      <a:headEnd type="none" w="med" len="med"/>
                      <a:tailEnd type="none" w="med" len="med"/>
                    </a:lnL>
                    <a:lnR w="9525" cap="flat" cmpd="sng" algn="ctr">
                      <a:solidFill>
                        <a:srgbClr val="C9D9CD"/>
                      </a:solidFill>
                      <a:prstDash val="solid"/>
                      <a:round/>
                      <a:headEnd type="none" w="med" len="med"/>
                      <a:tailEnd type="none" w="med" len="med"/>
                    </a:lnR>
                    <a:lnT w="9525" cap="flat" cmpd="sng" algn="ctr">
                      <a:solidFill>
                        <a:srgbClr val="C9D9CD"/>
                      </a:solidFill>
                      <a:prstDash val="solid"/>
                      <a:round/>
                      <a:headEnd type="none" w="med" len="med"/>
                      <a:tailEnd type="none" w="med" len="med"/>
                    </a:lnT>
                    <a:lnB w="9525" cap="flat" cmpd="sng" algn="ctr">
                      <a:solidFill>
                        <a:srgbClr val="C9D9CD"/>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669280"/>
            <a:ext cx="10972800" cy="365760"/>
          </a:xfrm>
          <a:prstGeom prst="rect">
            <a:avLst/>
          </a:prstGeom>
          <a:noFill/>
          <a:ln/>
        </p:spPr>
        <p:txBody>
          <a:bodyPr wrap="square" lIns="0" tIns="0" rIns="0" bIns="0" rtlCol="0" anchor="t"/>
          <a:lstStyle/>
          <a:p>
            <a:pPr indent="0" marL="0">
              <a:buNone/>
            </a:pPr>
            <a:r>
              <a:rPr lang="en-US" sz="1300" dirty="0">
                <a:solidFill>
                  <a:schemeClr val="accent4"/>
                </a:solidFill>
              </a:rPr>
              <a:t>쓰지 않는 템플릿 섹션(Testimonials, Pricing 등)은 숨기지 말고 삭제합니다.</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이미지와 글은 이렇게 바꾼다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03 · 편집</a:t>
            </a:r>
            <a:endParaRPr lang="en-US" sz="1200" dirty="0"/>
          </a:p>
        </p:txBody>
      </p:sp>
      <p:sp>
        <p:nvSpPr>
          <p:cNvPr id="4" name="edit0"/>
          <p:cNvSpPr/>
          <p:nvPr/>
        </p:nvSpPr>
        <p:spPr>
          <a:xfrm>
            <a:off x="548640" y="1508760"/>
            <a:ext cx="3520440" cy="4114800"/>
          </a:xfrm>
          <a:prstGeom prst="roundRect">
            <a:avLst>
              <a:gd name="adj" fmla="val 3117"/>
            </a:avLst>
          </a:prstGeom>
          <a:solidFill>
            <a:schemeClr val="bg2"/>
          </a:solidFill>
          <a:ln w="12700">
            <a:solidFill>
              <a:schemeClr val="bg2"/>
            </a:solidFill>
            <a:prstDash val="solid"/>
          </a:ln>
        </p:spPr>
      </p:sp>
      <p:sp>
        <p:nvSpPr>
          <p:cNvPr id="5" name="Text 3"/>
          <p:cNvSpPr txBox="1"/>
          <p:nvPr/>
        </p:nvSpPr>
        <p:spPr>
          <a:xfrm>
            <a:off x="822960" y="1737360"/>
            <a:ext cx="2926080" cy="502920"/>
          </a:xfrm>
          <a:prstGeom prst="rect">
            <a:avLst/>
          </a:prstGeom>
          <a:noFill/>
          <a:ln/>
        </p:spPr>
        <p:txBody>
          <a:bodyPr wrap="square" lIns="0" tIns="0" rIns="0" bIns="0" rtlCol="0" anchor="t"/>
          <a:lstStyle/>
          <a:p>
            <a:pPr indent="0" marL="0">
              <a:buNone/>
            </a:pPr>
            <a:r>
              <a:rPr lang="en-US" sz="2400" b="1" dirty="0">
                <a:solidFill>
                  <a:schemeClr val="accent1"/>
                </a:solidFill>
              </a:rPr>
              <a:t>이미지</a:t>
            </a:r>
            <a:endParaRPr lang="en-US" sz="2400" dirty="0"/>
          </a:p>
        </p:txBody>
      </p:sp>
      <p:sp>
        <p:nvSpPr>
          <p:cNvPr id="6" name="Text 4"/>
          <p:cNvSpPr txBox="1"/>
          <p:nvPr/>
        </p:nvSpPr>
        <p:spPr>
          <a:xfrm>
            <a:off x="822960" y="2423160"/>
            <a:ext cx="301752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500" dirty="0">
                <a:solidFill>
                  <a:schemeClr val="tx1"/>
                </a:solidFill>
              </a:rPr>
              <a:t>이미지 요소 선택</a:t>
            </a:r>
            <a:endParaRPr lang="en-US" sz="1500" dirty="0"/>
          </a:p>
          <a:p>
            <a:pPr marL="342900" indent="-342900">
              <a:spcAft>
                <a:spcPts val="1200"/>
              </a:spcAft>
              <a:buSzPct val="100000"/>
              <a:buFont typeface="+mj-lt"/>
              <a:buAutoNum type="arabicPeriod" startAt="1"/>
            </a:pPr>
            <a:r>
              <a:rPr lang="en-US" sz="1500" dirty="0">
                <a:solidFill>
                  <a:schemeClr val="tx1"/>
                </a:solidFill>
              </a:rPr>
              <a:t>오른쪽 속성 패널의 Fill에서 이미지 교체</a:t>
            </a:r>
            <a:endParaRPr lang="en-US" sz="1500" dirty="0"/>
          </a:p>
          <a:p>
            <a:pPr marL="342900" indent="-342900">
              <a:spcAft>
                <a:spcPts val="1200"/>
              </a:spcAft>
              <a:buSzPct val="100000"/>
              <a:buFont typeface="+mj-lt"/>
              <a:buAutoNum type="arabicPeriod" startAt="1"/>
            </a:pPr>
            <a:r>
              <a:rPr lang="en-US" sz="1500" dirty="0">
                <a:solidFill>
                  <a:schemeClr val="tx1"/>
                </a:solidFill>
              </a:rPr>
              <a:t>필요하면 Fit · Fill로 잘림 조정</a:t>
            </a:r>
            <a:endParaRPr lang="en-US" sz="1500" dirty="0"/>
          </a:p>
        </p:txBody>
      </p:sp>
      <p:sp>
        <p:nvSpPr>
          <p:cNvPr id="7" name="edit1"/>
          <p:cNvSpPr/>
          <p:nvPr/>
        </p:nvSpPr>
        <p:spPr>
          <a:xfrm>
            <a:off x="4297680" y="1508760"/>
            <a:ext cx="3520440" cy="4114800"/>
          </a:xfrm>
          <a:prstGeom prst="roundRect">
            <a:avLst>
              <a:gd name="adj" fmla="val 3117"/>
            </a:avLst>
          </a:prstGeom>
          <a:solidFill>
            <a:schemeClr val="bg2"/>
          </a:solidFill>
          <a:ln w="12700">
            <a:solidFill>
              <a:schemeClr val="bg2"/>
            </a:solidFill>
            <a:prstDash val="solid"/>
          </a:ln>
        </p:spPr>
      </p:sp>
      <p:sp>
        <p:nvSpPr>
          <p:cNvPr id="8" name="Text 6"/>
          <p:cNvSpPr txBox="1"/>
          <p:nvPr/>
        </p:nvSpPr>
        <p:spPr>
          <a:xfrm>
            <a:off x="4572000" y="1737360"/>
            <a:ext cx="2926080" cy="502920"/>
          </a:xfrm>
          <a:prstGeom prst="rect">
            <a:avLst/>
          </a:prstGeom>
          <a:noFill/>
          <a:ln/>
        </p:spPr>
        <p:txBody>
          <a:bodyPr wrap="square" lIns="0" tIns="0" rIns="0" bIns="0" rtlCol="0" anchor="t"/>
          <a:lstStyle/>
          <a:p>
            <a:pPr indent="0" marL="0">
              <a:buNone/>
            </a:pPr>
            <a:r>
              <a:rPr lang="en-US" sz="2400" b="1" dirty="0">
                <a:solidFill>
                  <a:schemeClr val="accent1"/>
                </a:solidFill>
              </a:rPr>
              <a:t>글</a:t>
            </a:r>
            <a:endParaRPr lang="en-US" sz="2400" dirty="0"/>
          </a:p>
        </p:txBody>
      </p:sp>
      <p:sp>
        <p:nvSpPr>
          <p:cNvPr id="9" name="Text 7"/>
          <p:cNvSpPr txBox="1"/>
          <p:nvPr/>
        </p:nvSpPr>
        <p:spPr>
          <a:xfrm>
            <a:off x="4572000" y="2423160"/>
            <a:ext cx="301752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500" dirty="0">
                <a:solidFill>
                  <a:schemeClr val="tx1"/>
                </a:solidFill>
              </a:rPr>
              <a:t>글 상자 더블클릭</a:t>
            </a:r>
            <a:endParaRPr lang="en-US" sz="1500" dirty="0"/>
          </a:p>
          <a:p>
            <a:pPr marL="342900" indent="-342900">
              <a:spcAft>
                <a:spcPts val="1200"/>
              </a:spcAft>
              <a:buSzPct val="100000"/>
              <a:buFont typeface="+mj-lt"/>
              <a:buAutoNum type="arabicPeriod" startAt="1"/>
            </a:pPr>
            <a:r>
              <a:rPr lang="en-US" sz="1500" dirty="0">
                <a:solidFill>
                  <a:schemeClr val="tx1"/>
                </a:solidFill>
              </a:rPr>
              <a:t>내용 입력 후 바깥 클릭</a:t>
            </a:r>
            <a:endParaRPr lang="en-US" sz="1500" dirty="0"/>
          </a:p>
          <a:p>
            <a:pPr marL="342900" indent="-342900">
              <a:spcAft>
                <a:spcPts val="1200"/>
              </a:spcAft>
              <a:buSzPct val="100000"/>
              <a:buFont typeface="+mj-lt"/>
              <a:buAutoNum type="arabicPeriod" startAt="1"/>
            </a:pPr>
            <a:r>
              <a:rPr lang="en-US" sz="1500" dirty="0">
                <a:solidFill>
                  <a:schemeClr val="tx1"/>
                </a:solidFill>
              </a:rPr>
              <a:t>스타일은 Text Style로 유지</a:t>
            </a:r>
            <a:endParaRPr lang="en-US" sz="1500" dirty="0"/>
          </a:p>
        </p:txBody>
      </p:sp>
      <p:sp>
        <p:nvSpPr>
          <p:cNvPr id="10" name="edit2"/>
          <p:cNvSpPr/>
          <p:nvPr/>
        </p:nvSpPr>
        <p:spPr>
          <a:xfrm>
            <a:off x="8046720" y="1508760"/>
            <a:ext cx="3520440" cy="4114800"/>
          </a:xfrm>
          <a:prstGeom prst="roundRect">
            <a:avLst>
              <a:gd name="adj" fmla="val 3117"/>
            </a:avLst>
          </a:prstGeom>
          <a:solidFill>
            <a:schemeClr val="bg2"/>
          </a:solidFill>
          <a:ln w="12700">
            <a:solidFill>
              <a:schemeClr val="bg2"/>
            </a:solidFill>
            <a:prstDash val="solid"/>
          </a:ln>
        </p:spPr>
      </p:sp>
      <p:sp>
        <p:nvSpPr>
          <p:cNvPr id="11" name="Text 9"/>
          <p:cNvSpPr txBox="1"/>
          <p:nvPr/>
        </p:nvSpPr>
        <p:spPr>
          <a:xfrm>
            <a:off x="8321040" y="1737360"/>
            <a:ext cx="2926080" cy="502920"/>
          </a:xfrm>
          <a:prstGeom prst="rect">
            <a:avLst/>
          </a:prstGeom>
          <a:noFill/>
          <a:ln/>
        </p:spPr>
        <p:txBody>
          <a:bodyPr wrap="square" lIns="0" tIns="0" rIns="0" bIns="0" rtlCol="0" anchor="t"/>
          <a:lstStyle/>
          <a:p>
            <a:pPr indent="0" marL="0">
              <a:buNone/>
            </a:pPr>
            <a:r>
              <a:rPr lang="en-US" sz="2400" b="1" dirty="0">
                <a:solidFill>
                  <a:schemeClr val="accent1"/>
                </a:solidFill>
              </a:rPr>
              <a:t>섹션</a:t>
            </a:r>
            <a:endParaRPr lang="en-US" sz="2400" dirty="0"/>
          </a:p>
        </p:txBody>
      </p:sp>
      <p:sp>
        <p:nvSpPr>
          <p:cNvPr id="12" name="Text 10"/>
          <p:cNvSpPr txBox="1"/>
          <p:nvPr/>
        </p:nvSpPr>
        <p:spPr>
          <a:xfrm>
            <a:off x="8321040" y="2423160"/>
            <a:ext cx="301752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500" dirty="0">
                <a:solidFill>
                  <a:schemeClr val="tx1"/>
                </a:solidFill>
              </a:rPr>
              <a:t>왼쪽 Layers에서 섹션 선택</a:t>
            </a:r>
            <a:endParaRPr lang="en-US" sz="1500" dirty="0"/>
          </a:p>
          <a:p>
            <a:pPr marL="342900" indent="-342900">
              <a:spcAft>
                <a:spcPts val="1200"/>
              </a:spcAft>
              <a:buSzPct val="100000"/>
              <a:buFont typeface="+mj-lt"/>
              <a:buAutoNum type="arabicPeriod" startAt="1"/>
            </a:pPr>
            <a:r>
              <a:rPr lang="en-US" sz="1500" dirty="0">
                <a:solidFill>
                  <a:schemeClr val="tx1"/>
                </a:solidFill>
              </a:rPr>
              <a:t>복제: Ctrl/⌘ + D</a:t>
            </a:r>
            <a:endParaRPr lang="en-US" sz="1500" dirty="0"/>
          </a:p>
          <a:p>
            <a:pPr marL="342900" indent="-342900">
              <a:spcAft>
                <a:spcPts val="1200"/>
              </a:spcAft>
              <a:buSzPct val="100000"/>
              <a:buFont typeface="+mj-lt"/>
              <a:buAutoNum type="arabicPeriod" startAt="1"/>
            </a:pPr>
            <a:r>
              <a:rPr lang="en-US" sz="1500" dirty="0">
                <a:solidFill>
                  <a:schemeClr val="tx1"/>
                </a:solidFill>
              </a:rPr>
              <a:t>삭제: Delete</a:t>
            </a:r>
            <a:endParaRPr lang="en-US" sz="1500" dirty="0"/>
          </a:p>
        </p:txBody>
      </p:sp>
      <p:sp>
        <p:nvSpPr>
          <p:cNvPr id="13" name="Text 1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dirty="0">
                <a:solidFill>
                  <a:schemeClr val="accent4"/>
                </a:solidFill>
              </a:rPr>
              <a:t>되돌리기는 Ctrl/⌘ + Z. 작업 내용은 자동 저장되지만, 방문자에게는 Publish를 누르기 전까지 보이지 않습니다.</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영상은 YouTube로 올리고 연결만 한다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03 · 영상</a:t>
            </a:r>
            <a:endParaRPr lang="en-US" sz="1200" dirty="0"/>
          </a:p>
        </p:txBody>
      </p:sp>
      <p:sp>
        <p:nvSpPr>
          <p:cNvPr id="4" name="num1"/>
          <p:cNvSpPr/>
          <p:nvPr/>
        </p:nvSpPr>
        <p:spPr>
          <a:xfrm>
            <a:off x="548640" y="16459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54864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6" name="Text 4"/>
          <p:cNvSpPr txBox="1"/>
          <p:nvPr/>
        </p:nvSpPr>
        <p:spPr>
          <a:xfrm>
            <a:off x="548640" y="2377440"/>
            <a:ext cx="2560320" cy="411480"/>
          </a:xfrm>
          <a:prstGeom prst="rect">
            <a:avLst/>
          </a:prstGeom>
          <a:noFill/>
          <a:ln/>
        </p:spPr>
        <p:txBody>
          <a:bodyPr wrap="square" lIns="0" tIns="0" rIns="0" bIns="0" rtlCol="0" anchor="t"/>
          <a:lstStyle/>
          <a:p>
            <a:pPr indent="0" marL="0">
              <a:buNone/>
            </a:pPr>
            <a:r>
              <a:rPr lang="en-US" sz="1800" b="1" dirty="0">
                <a:solidFill>
                  <a:schemeClr val="tx2"/>
                </a:solidFill>
              </a:rPr>
              <a:t>YouTube 업로드</a:t>
            </a:r>
            <a:endParaRPr lang="en-US" sz="1800" dirty="0"/>
          </a:p>
        </p:txBody>
      </p:sp>
      <p:sp>
        <p:nvSpPr>
          <p:cNvPr id="7" name="Text 5"/>
          <p:cNvSpPr txBox="1"/>
          <p:nvPr/>
        </p:nvSpPr>
        <p:spPr>
          <a:xfrm>
            <a:off x="548640" y="2834640"/>
            <a:ext cx="2514600" cy="914400"/>
          </a:xfrm>
          <a:prstGeom prst="rect">
            <a:avLst/>
          </a:prstGeom>
          <a:noFill/>
          <a:ln/>
        </p:spPr>
        <p:txBody>
          <a:bodyPr wrap="square" lIns="0" tIns="0" rIns="0" bIns="0" rtlCol="0" anchor="t"/>
          <a:lstStyle/>
          <a:p>
            <a:pPr indent="0" marL="0">
              <a:buNone/>
            </a:pPr>
            <a:r>
              <a:rPr lang="en-US" sz="1400" dirty="0">
                <a:solidFill>
                  <a:schemeClr val="tx1"/>
                </a:solidFill>
              </a:rPr>
              <a:t>공개 범위 '일부 공개'. 퍼가기 허용 확인</a:t>
            </a:r>
            <a:endParaRPr lang="en-US" sz="1400" dirty="0"/>
          </a:p>
        </p:txBody>
      </p:sp>
      <p:sp>
        <p:nvSpPr>
          <p:cNvPr id="8" name="num2"/>
          <p:cNvSpPr/>
          <p:nvPr/>
        </p:nvSpPr>
        <p:spPr>
          <a:xfrm>
            <a:off x="3337560" y="164592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333756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0" name="Text 8"/>
          <p:cNvSpPr txBox="1"/>
          <p:nvPr/>
        </p:nvSpPr>
        <p:spPr>
          <a:xfrm>
            <a:off x="3337560" y="2377440"/>
            <a:ext cx="2560320" cy="411480"/>
          </a:xfrm>
          <a:prstGeom prst="rect">
            <a:avLst/>
          </a:prstGeom>
          <a:noFill/>
          <a:ln/>
        </p:spPr>
        <p:txBody>
          <a:bodyPr wrap="square" lIns="0" tIns="0" rIns="0" bIns="0" rtlCol="0" anchor="t"/>
          <a:lstStyle/>
          <a:p>
            <a:pPr indent="0" marL="0">
              <a:buNone/>
            </a:pPr>
            <a:r>
              <a:rPr lang="en-US" sz="1800" b="1" dirty="0">
                <a:solidFill>
                  <a:schemeClr val="tx2"/>
                </a:solidFill>
              </a:rPr>
              <a:t>Framer에 삽입</a:t>
            </a:r>
            <a:endParaRPr lang="en-US" sz="1800" dirty="0"/>
          </a:p>
        </p:txBody>
      </p:sp>
      <p:sp>
        <p:nvSpPr>
          <p:cNvPr id="11" name="Text 9"/>
          <p:cNvSpPr txBox="1"/>
          <p:nvPr/>
        </p:nvSpPr>
        <p:spPr>
          <a:xfrm>
            <a:off x="3337560" y="2834640"/>
            <a:ext cx="2514600" cy="914400"/>
          </a:xfrm>
          <a:prstGeom prst="rect">
            <a:avLst/>
          </a:prstGeom>
          <a:noFill/>
          <a:ln/>
        </p:spPr>
        <p:txBody>
          <a:bodyPr wrap="square" lIns="0" tIns="0" rIns="0" bIns="0" rtlCol="0" anchor="t"/>
          <a:lstStyle/>
          <a:p>
            <a:pPr indent="0" marL="0">
              <a:buNone/>
            </a:pPr>
            <a:r>
              <a:rPr lang="en-US" sz="1400" dirty="0">
                <a:solidFill>
                  <a:schemeClr val="tx1"/>
                </a:solidFill>
              </a:rPr>
              <a:t>Insert의 Media에서 YouTube 선택</a:t>
            </a:r>
            <a:endParaRPr lang="en-US" sz="1400" dirty="0"/>
          </a:p>
        </p:txBody>
      </p:sp>
      <p:sp>
        <p:nvSpPr>
          <p:cNvPr id="12" name="num3"/>
          <p:cNvSpPr/>
          <p:nvPr/>
        </p:nvSpPr>
        <p:spPr>
          <a:xfrm>
            <a:off x="6126480" y="164592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612648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4" name="Text 12"/>
          <p:cNvSpPr txBox="1"/>
          <p:nvPr/>
        </p:nvSpPr>
        <p:spPr>
          <a:xfrm>
            <a:off x="6126480" y="2377440"/>
            <a:ext cx="2560320" cy="411480"/>
          </a:xfrm>
          <a:prstGeom prst="rect">
            <a:avLst/>
          </a:prstGeom>
          <a:noFill/>
          <a:ln/>
        </p:spPr>
        <p:txBody>
          <a:bodyPr wrap="square" lIns="0" tIns="0" rIns="0" bIns="0" rtlCol="0" anchor="t"/>
          <a:lstStyle/>
          <a:p>
            <a:pPr indent="0" marL="0">
              <a:buNone/>
            </a:pPr>
            <a:r>
              <a:rPr lang="en-US" sz="1800" b="1" dirty="0">
                <a:solidFill>
                  <a:schemeClr val="tx2"/>
                </a:solidFill>
              </a:rPr>
              <a:t>주소 붙여넣기</a:t>
            </a:r>
            <a:endParaRPr lang="en-US" sz="1800" dirty="0"/>
          </a:p>
        </p:txBody>
      </p:sp>
      <p:sp>
        <p:nvSpPr>
          <p:cNvPr id="15" name="Text 13"/>
          <p:cNvSpPr txBox="1"/>
          <p:nvPr/>
        </p:nvSpPr>
        <p:spPr>
          <a:xfrm>
            <a:off x="6126480" y="2834640"/>
            <a:ext cx="2514600" cy="914400"/>
          </a:xfrm>
          <a:prstGeom prst="rect">
            <a:avLst/>
          </a:prstGeom>
          <a:noFill/>
          <a:ln/>
        </p:spPr>
        <p:txBody>
          <a:bodyPr wrap="square" lIns="0" tIns="0" rIns="0" bIns="0" rtlCol="0" anchor="t"/>
          <a:lstStyle/>
          <a:p>
            <a:pPr indent="0" marL="0">
              <a:buNone/>
            </a:pPr>
            <a:r>
              <a:rPr lang="en-US" sz="1400" dirty="0">
                <a:solidFill>
                  <a:schemeClr val="tx1"/>
                </a:solidFill>
              </a:rPr>
              <a:t>영상 URL 입력, 가로 16:9 비율 유지</a:t>
            </a:r>
            <a:endParaRPr lang="en-US" sz="1400" dirty="0"/>
          </a:p>
        </p:txBody>
      </p:sp>
      <p:sp>
        <p:nvSpPr>
          <p:cNvPr id="16" name="num4"/>
          <p:cNvSpPr/>
          <p:nvPr/>
        </p:nvSpPr>
        <p:spPr>
          <a:xfrm>
            <a:off x="8915400" y="1645920"/>
            <a:ext cx="548640" cy="548640"/>
          </a:xfrm>
          <a:prstGeom prst="ellipse">
            <a:avLst/>
          </a:prstGeom>
          <a:solidFill>
            <a:schemeClr val="accent6"/>
          </a:solidFill>
          <a:ln w="12700">
            <a:solidFill>
              <a:schemeClr val="accent6"/>
            </a:solidFill>
            <a:prstDash val="solid"/>
          </a:ln>
        </p:spPr>
      </p:sp>
      <p:sp>
        <p:nvSpPr>
          <p:cNvPr id="17" name="Text 15"/>
          <p:cNvSpPr txBox="1"/>
          <p:nvPr/>
        </p:nvSpPr>
        <p:spPr>
          <a:xfrm>
            <a:off x="891540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18" name="Text 16"/>
          <p:cNvSpPr txBox="1"/>
          <p:nvPr/>
        </p:nvSpPr>
        <p:spPr>
          <a:xfrm>
            <a:off x="8915400" y="2377440"/>
            <a:ext cx="2560320" cy="411480"/>
          </a:xfrm>
          <a:prstGeom prst="rect">
            <a:avLst/>
          </a:prstGeom>
          <a:noFill/>
          <a:ln/>
        </p:spPr>
        <p:txBody>
          <a:bodyPr wrap="square" lIns="0" tIns="0" rIns="0" bIns="0" rtlCol="0" anchor="t"/>
          <a:lstStyle/>
          <a:p>
            <a:pPr indent="0" marL="0">
              <a:buNone/>
            </a:pPr>
            <a:r>
              <a:rPr lang="en-US" sz="1800" b="1" dirty="0">
                <a:solidFill>
                  <a:schemeClr val="accent6"/>
                </a:solidFill>
              </a:rPr>
              <a:t>자동재생 끄기</a:t>
            </a:r>
            <a:endParaRPr lang="en-US" sz="1800" dirty="0"/>
          </a:p>
        </p:txBody>
      </p:sp>
      <p:sp>
        <p:nvSpPr>
          <p:cNvPr id="19" name="Text 17"/>
          <p:cNvSpPr txBox="1"/>
          <p:nvPr/>
        </p:nvSpPr>
        <p:spPr>
          <a:xfrm>
            <a:off x="8915400" y="2834640"/>
            <a:ext cx="2514600" cy="914400"/>
          </a:xfrm>
          <a:prstGeom prst="rect">
            <a:avLst/>
          </a:prstGeom>
          <a:noFill/>
          <a:ln/>
        </p:spPr>
        <p:txBody>
          <a:bodyPr wrap="square" lIns="0" tIns="0" rIns="0" bIns="0" rtlCol="0" anchor="t"/>
          <a:lstStyle/>
          <a:p>
            <a:pPr indent="0" marL="0">
              <a:buNone/>
            </a:pPr>
            <a:r>
              <a:rPr lang="en-US" sz="1400" dirty="0">
                <a:solidFill>
                  <a:schemeClr val="tx1"/>
                </a:solidFill>
              </a:rPr>
              <a:t>Autoplay 해제. 소리는 방문자가 켜게</a:t>
            </a:r>
            <a:endParaRPr lang="en-US" sz="1400" dirty="0"/>
          </a:p>
        </p:txBody>
      </p:sp>
      <p:sp>
        <p:nvSpPr>
          <p:cNvPr id="20" name="vnote"/>
          <p:cNvSpPr/>
          <p:nvPr/>
        </p:nvSpPr>
        <p:spPr>
          <a:xfrm>
            <a:off x="548640" y="4114800"/>
            <a:ext cx="11064240" cy="1554480"/>
          </a:xfrm>
          <a:prstGeom prst="roundRect">
            <a:avLst>
              <a:gd name="adj" fmla="val 7059"/>
            </a:avLst>
          </a:prstGeom>
          <a:solidFill>
            <a:schemeClr val="bg2"/>
          </a:solidFill>
          <a:ln w="12700">
            <a:solidFill>
              <a:schemeClr val="bg2"/>
            </a:solidFill>
            <a:prstDash val="solid"/>
          </a:ln>
        </p:spPr>
      </p:sp>
      <p:sp>
        <p:nvSpPr>
          <p:cNvPr id="21" name="Text 19"/>
          <p:cNvSpPr txBox="1"/>
          <p:nvPr/>
        </p:nvSpPr>
        <p:spPr>
          <a:xfrm>
            <a:off x="868680" y="4297680"/>
            <a:ext cx="3657600" cy="365760"/>
          </a:xfrm>
          <a:prstGeom prst="rect">
            <a:avLst/>
          </a:prstGeom>
          <a:noFill/>
          <a:ln/>
        </p:spPr>
        <p:txBody>
          <a:bodyPr wrap="square" lIns="0" tIns="0" rIns="0" bIns="0" rtlCol="0" anchor="t"/>
          <a:lstStyle/>
          <a:p>
            <a:pPr indent="0" marL="0">
              <a:buNone/>
            </a:pPr>
            <a:r>
              <a:rPr lang="en-US" sz="1600" b="1" dirty="0">
                <a:solidFill>
                  <a:schemeClr val="tx2"/>
                </a:solidFill>
              </a:rPr>
              <a:t>왜 YouTube인가</a:t>
            </a:r>
            <a:endParaRPr lang="en-US" sz="1600" dirty="0"/>
          </a:p>
        </p:txBody>
      </p:sp>
      <p:sp>
        <p:nvSpPr>
          <p:cNvPr id="22" name="Text 20"/>
          <p:cNvSpPr txBox="1"/>
          <p:nvPr/>
        </p:nvSpPr>
        <p:spPr>
          <a:xfrm>
            <a:off x="868680" y="4709160"/>
            <a:ext cx="10424160" cy="822960"/>
          </a:xfrm>
          <a:prstGeom prst="rect">
            <a:avLst/>
          </a:prstGeom>
          <a:noFill/>
          <a:ln/>
        </p:spPr>
        <p:txBody>
          <a:bodyPr wrap="square" lIns="0" tIns="0" rIns="0" bIns="0" rtlCol="0" anchor="t"/>
          <a:lstStyle/>
          <a:p>
            <a:pPr indent="0" marL="0">
              <a:buNone/>
            </a:pPr>
            <a:r>
              <a:rPr lang="en-US" sz="1400" dirty="0">
                <a:solidFill>
                  <a:schemeClr val="tx1"/>
                </a:solidFill>
              </a:rPr>
              <a:t>5분 영상 파일은 수백 MB라 사이트에 직접 올리면 로딩 5초 조건을 지킬 수 없습니다. YouTube는 화질을 자동으로 맞춰 줍니다. 무료 영상 앞에 광고가 붙을 수 있다는 점은 지난 차시에 안내했습니다.</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PC에서 끝난 게 아니다. 휴대폰이 기준이다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04 · 반응형</a:t>
            </a:r>
            <a:endParaRPr lang="en-US" sz="1200" dirty="0"/>
          </a:p>
        </p:txBody>
      </p:sp>
      <p:sp>
        <p:nvSpPr>
          <p:cNvPr id="4" name="bp0"/>
          <p:cNvSpPr/>
          <p:nvPr/>
        </p:nvSpPr>
        <p:spPr>
          <a:xfrm>
            <a:off x="548640" y="2560320"/>
            <a:ext cx="2560320" cy="1645920"/>
          </a:xfrm>
          <a:prstGeom prst="roundRect">
            <a:avLst>
              <a:gd name="adj" fmla="val 5556"/>
            </a:avLst>
          </a:prstGeom>
          <a:solidFill>
            <a:schemeClr val="bg2"/>
          </a:solidFill>
          <a:ln w="19050">
            <a:solidFill>
              <a:schemeClr val="accent1"/>
            </a:solidFill>
            <a:prstDash val="solid"/>
          </a:ln>
        </p:spPr>
      </p:sp>
      <p:sp>
        <p:nvSpPr>
          <p:cNvPr id="5" name="Text 3"/>
          <p:cNvSpPr txBox="1"/>
          <p:nvPr/>
        </p:nvSpPr>
        <p:spPr>
          <a:xfrm>
            <a:off x="548640" y="4343400"/>
            <a:ext cx="2560320" cy="365760"/>
          </a:xfrm>
          <a:prstGeom prst="rect">
            <a:avLst/>
          </a:prstGeom>
          <a:noFill/>
          <a:ln/>
        </p:spPr>
        <p:txBody>
          <a:bodyPr wrap="square" lIns="0" tIns="0" rIns="0" bIns="0" rtlCol="0" anchor="t"/>
          <a:lstStyle/>
          <a:p>
            <a:pPr indent="0" marL="0">
              <a:buNone/>
            </a:pPr>
            <a:r>
              <a:rPr lang="en-US" sz="1500" b="1" dirty="0">
                <a:solidFill>
                  <a:schemeClr val="tx2"/>
                </a:solidFill>
              </a:rPr>
              <a:t>Desktop</a:t>
            </a:r>
            <a:endParaRPr lang="en-US" sz="1500" dirty="0"/>
          </a:p>
        </p:txBody>
      </p:sp>
      <p:sp>
        <p:nvSpPr>
          <p:cNvPr id="6" name="bp1"/>
          <p:cNvSpPr/>
          <p:nvPr/>
        </p:nvSpPr>
        <p:spPr>
          <a:xfrm>
            <a:off x="3474720" y="1828800"/>
            <a:ext cx="1828800" cy="2377440"/>
          </a:xfrm>
          <a:prstGeom prst="roundRect">
            <a:avLst>
              <a:gd name="adj" fmla="val 5000"/>
            </a:avLst>
          </a:prstGeom>
          <a:solidFill>
            <a:schemeClr val="bg2"/>
          </a:solidFill>
          <a:ln w="19050">
            <a:solidFill>
              <a:schemeClr val="accent1"/>
            </a:solidFill>
            <a:prstDash val="solid"/>
          </a:ln>
        </p:spPr>
      </p:sp>
      <p:sp>
        <p:nvSpPr>
          <p:cNvPr id="7" name="Text 5"/>
          <p:cNvSpPr txBox="1"/>
          <p:nvPr/>
        </p:nvSpPr>
        <p:spPr>
          <a:xfrm>
            <a:off x="3474720" y="4343400"/>
            <a:ext cx="1828800" cy="365760"/>
          </a:xfrm>
          <a:prstGeom prst="rect">
            <a:avLst/>
          </a:prstGeom>
          <a:noFill/>
          <a:ln/>
        </p:spPr>
        <p:txBody>
          <a:bodyPr wrap="square" lIns="0" tIns="0" rIns="0" bIns="0" rtlCol="0" anchor="t"/>
          <a:lstStyle/>
          <a:p>
            <a:pPr indent="0" marL="0">
              <a:buNone/>
            </a:pPr>
            <a:r>
              <a:rPr lang="en-US" sz="1500" b="1" dirty="0">
                <a:solidFill>
                  <a:schemeClr val="tx2"/>
                </a:solidFill>
              </a:rPr>
              <a:t>Tablet</a:t>
            </a:r>
            <a:endParaRPr lang="en-US" sz="1500" dirty="0"/>
          </a:p>
        </p:txBody>
      </p:sp>
      <p:sp>
        <p:nvSpPr>
          <p:cNvPr id="8" name="bp2"/>
          <p:cNvSpPr/>
          <p:nvPr/>
        </p:nvSpPr>
        <p:spPr>
          <a:xfrm>
            <a:off x="5669280" y="1554480"/>
            <a:ext cx="1005840" cy="2651760"/>
          </a:xfrm>
          <a:prstGeom prst="roundRect">
            <a:avLst>
              <a:gd name="adj" fmla="val 9091"/>
            </a:avLst>
          </a:prstGeom>
          <a:solidFill>
            <a:schemeClr val="accent1"/>
          </a:solidFill>
          <a:ln w="19050">
            <a:solidFill>
              <a:schemeClr val="accent1"/>
            </a:solidFill>
            <a:prstDash val="solid"/>
          </a:ln>
        </p:spPr>
      </p:sp>
      <p:sp>
        <p:nvSpPr>
          <p:cNvPr id="9" name="Text 7"/>
          <p:cNvSpPr txBox="1"/>
          <p:nvPr/>
        </p:nvSpPr>
        <p:spPr>
          <a:xfrm>
            <a:off x="5669280" y="4343400"/>
            <a:ext cx="1188720" cy="365760"/>
          </a:xfrm>
          <a:prstGeom prst="rect">
            <a:avLst/>
          </a:prstGeom>
          <a:noFill/>
          <a:ln/>
        </p:spPr>
        <p:txBody>
          <a:bodyPr wrap="square" lIns="0" tIns="0" rIns="0" bIns="0" rtlCol="0" anchor="t"/>
          <a:lstStyle/>
          <a:p>
            <a:pPr indent="0" marL="0">
              <a:buNone/>
            </a:pPr>
            <a:r>
              <a:rPr lang="en-US" sz="1500" b="1" dirty="0">
                <a:solidFill>
                  <a:schemeClr val="tx2"/>
                </a:solidFill>
              </a:rPr>
              <a:t>Phone</a:t>
            </a:r>
            <a:endParaRPr lang="en-US" sz="1500" dirty="0"/>
          </a:p>
        </p:txBody>
      </p:sp>
      <p:sp>
        <p:nvSpPr>
          <p:cNvPr id="10" name="Text 8"/>
          <p:cNvSpPr txBox="1"/>
          <p:nvPr/>
        </p:nvSpPr>
        <p:spPr>
          <a:xfrm>
            <a:off x="548640" y="4892040"/>
            <a:ext cx="6035040" cy="640080"/>
          </a:xfrm>
          <a:prstGeom prst="rect">
            <a:avLst/>
          </a:prstGeom>
          <a:noFill/>
          <a:ln/>
        </p:spPr>
        <p:txBody>
          <a:bodyPr wrap="square" lIns="0" tIns="0" rIns="0" bIns="0" rtlCol="0" anchor="t"/>
          <a:lstStyle/>
          <a:p>
            <a:pPr indent="0" marL="0">
              <a:buNone/>
            </a:pPr>
            <a:r>
              <a:rPr lang="en-US" sz="1300" dirty="0">
                <a:solidFill>
                  <a:schemeClr val="accent4"/>
                </a:solidFill>
              </a:rPr>
              <a:t>화면 상단의 Breakpoint 탭을 바꿔 가며 크기별로 고칩니다.</a:t>
            </a:r>
            <a:endParaRPr lang="en-US" sz="1300" dirty="0"/>
          </a:p>
        </p:txBody>
      </p:sp>
      <p:sp>
        <p:nvSpPr>
          <p:cNvPr id="11" name="Text 9"/>
          <p:cNvSpPr txBox="1"/>
          <p:nvPr/>
        </p:nvSpPr>
        <p:spPr>
          <a:xfrm>
            <a:off x="7132320" y="1463040"/>
            <a:ext cx="4480560" cy="365760"/>
          </a:xfrm>
          <a:prstGeom prst="rect">
            <a:avLst/>
          </a:prstGeom>
          <a:noFill/>
          <a:ln/>
        </p:spPr>
        <p:txBody>
          <a:bodyPr wrap="square" lIns="0" tIns="0" rIns="0" bIns="0" rtlCol="0" anchor="t"/>
          <a:lstStyle/>
          <a:p>
            <a:pPr indent="0" marL="0">
              <a:buNone/>
            </a:pPr>
            <a:r>
              <a:rPr lang="en-US" sz="1700" b="1" dirty="0">
                <a:solidFill>
                  <a:schemeClr val="accent1"/>
                </a:solidFill>
              </a:rPr>
              <a:t>Phone 화면에서 볼 것</a:t>
            </a:r>
            <a:endParaRPr lang="en-US" sz="1700" dirty="0"/>
          </a:p>
        </p:txBody>
      </p:sp>
      <p:sp>
        <p:nvSpPr>
          <p:cNvPr id="12" name="Text 10"/>
          <p:cNvSpPr txBox="1"/>
          <p:nvPr/>
        </p:nvSpPr>
        <p:spPr>
          <a:xfrm>
            <a:off x="7132320" y="1965960"/>
            <a:ext cx="448056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제목이 두 줄 넘게 꺾이지 않는가</a:t>
            </a:r>
            <a:endParaRPr lang="en-US" sz="1500" dirty="0"/>
          </a:p>
          <a:p>
            <a:pPr marL="342900" indent="-342900">
              <a:spcAft>
                <a:spcPts val="1000"/>
              </a:spcAft>
              <a:buSzPct val="100000"/>
              <a:buChar char="•"/>
            </a:pPr>
            <a:r>
              <a:rPr lang="en-US" sz="1500" dirty="0">
                <a:solidFill>
                  <a:schemeClr val="tx1"/>
                </a:solidFill>
              </a:rPr>
              <a:t>Hero 사진의 중심이 잘리지 않는가</a:t>
            </a:r>
            <a:endParaRPr lang="en-US" sz="1500" dirty="0"/>
          </a:p>
          <a:p>
            <a:pPr marL="342900" indent="-342900">
              <a:spcAft>
                <a:spcPts val="1000"/>
              </a:spcAft>
              <a:buSzPct val="100000"/>
              <a:buChar char="•"/>
            </a:pPr>
            <a:r>
              <a:rPr lang="en-US" sz="1500" dirty="0">
                <a:solidFill>
                  <a:schemeClr val="tx1"/>
                </a:solidFill>
              </a:rPr>
              <a:t>도면 선과 글씨가 읽히는가</a:t>
            </a:r>
            <a:endParaRPr lang="en-US" sz="1500" dirty="0"/>
          </a:p>
          <a:p>
            <a:pPr marL="342900" indent="-342900">
              <a:spcAft>
                <a:spcPts val="1000"/>
              </a:spcAft>
              <a:buSzPct val="100000"/>
              <a:buChar char="•"/>
            </a:pPr>
            <a:r>
              <a:rPr lang="en-US" sz="1500" dirty="0">
                <a:solidFill>
                  <a:schemeClr val="tx1"/>
                </a:solidFill>
              </a:rPr>
              <a:t>섹션 순서가 PC와 같은가</a:t>
            </a:r>
            <a:endParaRPr lang="en-US" sz="1500" dirty="0"/>
          </a:p>
          <a:p>
            <a:pPr marL="342900" indent="-342900">
              <a:spcAft>
                <a:spcPts val="1000"/>
              </a:spcAft>
              <a:buSzPct val="100000"/>
              <a:buChar char="•"/>
            </a:pPr>
            <a:r>
              <a:rPr lang="en-US" sz="1500" dirty="0">
                <a:solidFill>
                  <a:schemeClr val="tx1"/>
                </a:solidFill>
              </a:rPr>
              <a:t>메뉴가 햄버거 버튼으로 열리는가</a:t>
            </a:r>
            <a:endParaRPr lang="en-US" sz="1500" dirty="0"/>
          </a:p>
        </p:txBody>
      </p:sp>
      <p:sp>
        <p:nvSpPr>
          <p:cNvPr id="13" name="Text 11"/>
          <p:cNvSpPr txBox="1"/>
          <p:nvPr/>
        </p:nvSpPr>
        <p:spPr>
          <a:xfrm>
            <a:off x="7132320" y="5120640"/>
            <a:ext cx="4480560" cy="548640"/>
          </a:xfrm>
          <a:prstGeom prst="rect">
            <a:avLst/>
          </a:prstGeom>
          <a:noFill/>
          <a:ln/>
        </p:spPr>
        <p:txBody>
          <a:bodyPr wrap="square" lIns="0" tIns="0" rIns="0" bIns="0" rtlCol="0" anchor="t"/>
          <a:lstStyle/>
          <a:p>
            <a:pPr indent="0" marL="0">
              <a:buNone/>
            </a:pPr>
            <a:r>
              <a:rPr lang="en-US" sz="1300" b="1" dirty="0">
                <a:solidFill>
                  <a:schemeClr val="accent6"/>
                </a:solidFill>
              </a:rPr>
              <a:t>마지막 확인은 반드시 내 휴대폰으로 미리보기 링크를 열어서.</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게시 전에 사이트 정보를 채운다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05 · Site Settings</a:t>
            </a:r>
            <a:endParaRPr lang="en-US" sz="1200" dirty="0"/>
          </a:p>
        </p:txBody>
      </p:sp>
      <p:sp>
        <p:nvSpPr>
          <p:cNvPr id="4" name="meta0"/>
          <p:cNvSpPr/>
          <p:nvPr/>
        </p:nvSpPr>
        <p:spPr>
          <a:xfrm>
            <a:off x="548640" y="1463040"/>
            <a:ext cx="11064240" cy="868680"/>
          </a:xfrm>
          <a:prstGeom prst="roundRect">
            <a:avLst>
              <a:gd name="adj" fmla="val 12632"/>
            </a:avLst>
          </a:prstGeom>
          <a:solidFill>
            <a:schemeClr val="bg2"/>
          </a:solidFill>
          <a:ln w="12700">
            <a:solidFill>
              <a:schemeClr val="bg2"/>
            </a:solidFill>
            <a:prstDash val="solid"/>
          </a:ln>
        </p:spPr>
      </p:sp>
      <p:sp>
        <p:nvSpPr>
          <p:cNvPr id="5" name="Text 3"/>
          <p:cNvSpPr txBox="1"/>
          <p:nvPr/>
        </p:nvSpPr>
        <p:spPr>
          <a:xfrm>
            <a:off x="868680" y="1463040"/>
            <a:ext cx="2377440" cy="868680"/>
          </a:xfrm>
          <a:prstGeom prst="rect">
            <a:avLst/>
          </a:prstGeom>
          <a:noFill/>
          <a:ln/>
        </p:spPr>
        <p:txBody>
          <a:bodyPr wrap="square" lIns="0" tIns="0" rIns="0" bIns="0" rtlCol="0" anchor="ctr"/>
          <a:lstStyle/>
          <a:p>
            <a:pPr indent="0" marL="0">
              <a:buNone/>
            </a:pPr>
            <a:r>
              <a:rPr lang="en-US" sz="1800" b="1" dirty="0">
                <a:solidFill>
                  <a:schemeClr val="tx2"/>
                </a:solidFill>
              </a:rPr>
              <a:t>사이트 제목</a:t>
            </a:r>
            <a:endParaRPr lang="en-US" sz="1800" dirty="0"/>
          </a:p>
        </p:txBody>
      </p:sp>
      <p:sp>
        <p:nvSpPr>
          <p:cNvPr id="6" name="Text 4"/>
          <p:cNvSpPr txBox="1"/>
          <p:nvPr/>
        </p:nvSpPr>
        <p:spPr>
          <a:xfrm>
            <a:off x="3383280" y="1463040"/>
            <a:ext cx="2560320" cy="868680"/>
          </a:xfrm>
          <a:prstGeom prst="rect">
            <a:avLst/>
          </a:prstGeom>
          <a:noFill/>
          <a:ln/>
        </p:spPr>
        <p:txBody>
          <a:bodyPr wrap="square" lIns="0" tIns="0" rIns="0" bIns="0" rtlCol="0" anchor="ctr"/>
          <a:lstStyle/>
          <a:p>
            <a:pPr indent="0" marL="0">
              <a:buNone/>
            </a:pPr>
            <a:r>
              <a:rPr lang="en-US" sz="1700" b="1" dirty="0">
                <a:solidFill>
                  <a:schemeClr val="accent1"/>
                </a:solidFill>
              </a:rPr>
              <a:t>작품명 | 이름</a:t>
            </a:r>
            <a:endParaRPr lang="en-US" sz="1700" dirty="0"/>
          </a:p>
        </p:txBody>
      </p:sp>
      <p:sp>
        <p:nvSpPr>
          <p:cNvPr id="7" name="Text 5"/>
          <p:cNvSpPr txBox="1"/>
          <p:nvPr/>
        </p:nvSpPr>
        <p:spPr>
          <a:xfrm>
            <a:off x="6126480" y="1463040"/>
            <a:ext cx="5303520" cy="868680"/>
          </a:xfrm>
          <a:prstGeom prst="rect">
            <a:avLst/>
          </a:prstGeom>
          <a:noFill/>
          <a:ln/>
        </p:spPr>
        <p:txBody>
          <a:bodyPr wrap="square" lIns="0" tIns="0" rIns="0" bIns="0" rtlCol="0" anchor="ctr"/>
          <a:lstStyle/>
          <a:p>
            <a:pPr indent="0" marL="0">
              <a:buNone/>
            </a:pPr>
            <a:r>
              <a:rPr lang="en-US" sz="1400" dirty="0">
                <a:solidFill>
                  <a:schemeClr val="tx1"/>
                </a:solidFill>
              </a:rPr>
              <a:t>브라우저 탭과 검색 결과에 보이는 이름</a:t>
            </a:r>
            <a:endParaRPr lang="en-US" sz="1400" dirty="0"/>
          </a:p>
        </p:txBody>
      </p:sp>
      <p:sp>
        <p:nvSpPr>
          <p:cNvPr id="8" name="meta1"/>
          <p:cNvSpPr/>
          <p:nvPr/>
        </p:nvSpPr>
        <p:spPr>
          <a:xfrm>
            <a:off x="548640" y="2514600"/>
            <a:ext cx="11064240" cy="868680"/>
          </a:xfrm>
          <a:prstGeom prst="roundRect">
            <a:avLst>
              <a:gd name="adj" fmla="val 12632"/>
            </a:avLst>
          </a:prstGeom>
          <a:solidFill>
            <a:schemeClr val="bg1"/>
          </a:solidFill>
          <a:ln w="12700">
            <a:solidFill>
              <a:schemeClr val="bg1"/>
            </a:solidFill>
            <a:prstDash val="solid"/>
          </a:ln>
        </p:spPr>
      </p:sp>
      <p:sp>
        <p:nvSpPr>
          <p:cNvPr id="9" name="Text 7"/>
          <p:cNvSpPr txBox="1"/>
          <p:nvPr/>
        </p:nvSpPr>
        <p:spPr>
          <a:xfrm>
            <a:off x="868680" y="2514600"/>
            <a:ext cx="2377440" cy="868680"/>
          </a:xfrm>
          <a:prstGeom prst="rect">
            <a:avLst/>
          </a:prstGeom>
          <a:noFill/>
          <a:ln/>
        </p:spPr>
        <p:txBody>
          <a:bodyPr wrap="square" lIns="0" tIns="0" rIns="0" bIns="0" rtlCol="0" anchor="ctr"/>
          <a:lstStyle/>
          <a:p>
            <a:pPr indent="0" marL="0">
              <a:buNone/>
            </a:pPr>
            <a:r>
              <a:rPr lang="en-US" sz="1800" b="1" dirty="0">
                <a:solidFill>
                  <a:schemeClr val="tx2"/>
                </a:solidFill>
              </a:rPr>
              <a:t>설명</a:t>
            </a:r>
            <a:endParaRPr lang="en-US" sz="1800" dirty="0"/>
          </a:p>
        </p:txBody>
      </p:sp>
      <p:sp>
        <p:nvSpPr>
          <p:cNvPr id="10" name="Text 8"/>
          <p:cNvSpPr txBox="1"/>
          <p:nvPr/>
        </p:nvSpPr>
        <p:spPr>
          <a:xfrm>
            <a:off x="3383280" y="2514600"/>
            <a:ext cx="2560320" cy="868680"/>
          </a:xfrm>
          <a:prstGeom prst="rect">
            <a:avLst/>
          </a:prstGeom>
          <a:noFill/>
          <a:ln/>
        </p:spPr>
        <p:txBody>
          <a:bodyPr wrap="square" lIns="0" tIns="0" rIns="0" bIns="0" rtlCol="0" anchor="ctr"/>
          <a:lstStyle/>
          <a:p>
            <a:pPr indent="0" marL="0">
              <a:buNone/>
            </a:pPr>
            <a:r>
              <a:rPr lang="en-US" sz="1700" b="1" dirty="0">
                <a:solidFill>
                  <a:schemeClr val="accent1"/>
                </a:solidFill>
              </a:rPr>
              <a:t>한 줄 컨셉</a:t>
            </a:r>
            <a:endParaRPr lang="en-US" sz="1700" dirty="0"/>
          </a:p>
        </p:txBody>
      </p:sp>
      <p:sp>
        <p:nvSpPr>
          <p:cNvPr id="11" name="Text 9"/>
          <p:cNvSpPr txBox="1"/>
          <p:nvPr/>
        </p:nvSpPr>
        <p:spPr>
          <a:xfrm>
            <a:off x="6126480" y="2514600"/>
            <a:ext cx="5303520" cy="868680"/>
          </a:xfrm>
          <a:prstGeom prst="rect">
            <a:avLst/>
          </a:prstGeom>
          <a:noFill/>
          <a:ln/>
        </p:spPr>
        <p:txBody>
          <a:bodyPr wrap="square" lIns="0" tIns="0" rIns="0" bIns="0" rtlCol="0" anchor="ctr"/>
          <a:lstStyle/>
          <a:p>
            <a:pPr indent="0" marL="0">
              <a:buNone/>
            </a:pPr>
            <a:r>
              <a:rPr lang="en-US" sz="1400" dirty="0">
                <a:solidFill>
                  <a:schemeClr val="tx1"/>
                </a:solidFill>
              </a:rPr>
              <a:t>카카오톡 · 검색 미리보기의 설명 문장</a:t>
            </a:r>
            <a:endParaRPr lang="en-US" sz="1400" dirty="0"/>
          </a:p>
        </p:txBody>
      </p:sp>
      <p:sp>
        <p:nvSpPr>
          <p:cNvPr id="12" name="meta2"/>
          <p:cNvSpPr/>
          <p:nvPr/>
        </p:nvSpPr>
        <p:spPr>
          <a:xfrm>
            <a:off x="548640" y="3566160"/>
            <a:ext cx="11064240" cy="868680"/>
          </a:xfrm>
          <a:prstGeom prst="roundRect">
            <a:avLst>
              <a:gd name="adj" fmla="val 12632"/>
            </a:avLst>
          </a:prstGeom>
          <a:solidFill>
            <a:schemeClr val="bg2"/>
          </a:solidFill>
          <a:ln w="12700">
            <a:solidFill>
              <a:schemeClr val="bg2"/>
            </a:solidFill>
            <a:prstDash val="solid"/>
          </a:ln>
        </p:spPr>
      </p:sp>
      <p:sp>
        <p:nvSpPr>
          <p:cNvPr id="13" name="Text 11"/>
          <p:cNvSpPr txBox="1"/>
          <p:nvPr/>
        </p:nvSpPr>
        <p:spPr>
          <a:xfrm>
            <a:off x="868680" y="3566160"/>
            <a:ext cx="2377440" cy="868680"/>
          </a:xfrm>
          <a:prstGeom prst="rect">
            <a:avLst/>
          </a:prstGeom>
          <a:noFill/>
          <a:ln/>
        </p:spPr>
        <p:txBody>
          <a:bodyPr wrap="square" lIns="0" tIns="0" rIns="0" bIns="0" rtlCol="0" anchor="ctr"/>
          <a:lstStyle/>
          <a:p>
            <a:pPr indent="0" marL="0">
              <a:buNone/>
            </a:pPr>
            <a:r>
              <a:rPr lang="en-US" sz="1800" b="1" dirty="0">
                <a:solidFill>
                  <a:schemeClr val="tx2"/>
                </a:solidFill>
              </a:rPr>
              <a:t>파비콘</a:t>
            </a:r>
            <a:endParaRPr lang="en-US" sz="1800" dirty="0"/>
          </a:p>
        </p:txBody>
      </p:sp>
      <p:sp>
        <p:nvSpPr>
          <p:cNvPr id="14" name="Text 12"/>
          <p:cNvSpPr txBox="1"/>
          <p:nvPr/>
        </p:nvSpPr>
        <p:spPr>
          <a:xfrm>
            <a:off x="3383280" y="3566160"/>
            <a:ext cx="2560320" cy="868680"/>
          </a:xfrm>
          <a:prstGeom prst="rect">
            <a:avLst/>
          </a:prstGeom>
          <a:noFill/>
          <a:ln/>
        </p:spPr>
        <p:txBody>
          <a:bodyPr wrap="square" lIns="0" tIns="0" rIns="0" bIns="0" rtlCol="0" anchor="ctr"/>
          <a:lstStyle/>
          <a:p>
            <a:pPr indent="0" marL="0">
              <a:buNone/>
            </a:pPr>
            <a:r>
              <a:rPr lang="en-US" sz="1700" b="1" dirty="0">
                <a:solidFill>
                  <a:schemeClr val="accent1"/>
                </a:solidFill>
              </a:rPr>
              <a:t>정사각 PNG</a:t>
            </a:r>
            <a:endParaRPr lang="en-US" sz="1700" dirty="0"/>
          </a:p>
        </p:txBody>
      </p:sp>
      <p:sp>
        <p:nvSpPr>
          <p:cNvPr id="15" name="Text 13"/>
          <p:cNvSpPr txBox="1"/>
          <p:nvPr/>
        </p:nvSpPr>
        <p:spPr>
          <a:xfrm>
            <a:off x="6126480" y="3566160"/>
            <a:ext cx="5303520" cy="868680"/>
          </a:xfrm>
          <a:prstGeom prst="rect">
            <a:avLst/>
          </a:prstGeom>
          <a:noFill/>
          <a:ln/>
        </p:spPr>
        <p:txBody>
          <a:bodyPr wrap="square" lIns="0" tIns="0" rIns="0" bIns="0" rtlCol="0" anchor="ctr"/>
          <a:lstStyle/>
          <a:p>
            <a:pPr indent="0" marL="0">
              <a:buNone/>
            </a:pPr>
            <a:r>
              <a:rPr lang="en-US" sz="1400" dirty="0">
                <a:solidFill>
                  <a:schemeClr val="tx1"/>
                </a:solidFill>
              </a:rPr>
              <a:t>탭 아이콘. 브랜드 시그니처를 작게</a:t>
            </a:r>
            <a:endParaRPr lang="en-US" sz="1400" dirty="0"/>
          </a:p>
        </p:txBody>
      </p:sp>
      <p:sp>
        <p:nvSpPr>
          <p:cNvPr id="16" name="meta3"/>
          <p:cNvSpPr/>
          <p:nvPr/>
        </p:nvSpPr>
        <p:spPr>
          <a:xfrm>
            <a:off x="548640" y="4617720"/>
            <a:ext cx="11064240" cy="868680"/>
          </a:xfrm>
          <a:prstGeom prst="roundRect">
            <a:avLst>
              <a:gd name="adj" fmla="val 12632"/>
            </a:avLst>
          </a:prstGeom>
          <a:solidFill>
            <a:schemeClr val="bg1"/>
          </a:solidFill>
          <a:ln w="12700">
            <a:solidFill>
              <a:schemeClr val="bg1"/>
            </a:solidFill>
            <a:prstDash val="solid"/>
          </a:ln>
        </p:spPr>
      </p:sp>
      <p:sp>
        <p:nvSpPr>
          <p:cNvPr id="17" name="Text 15"/>
          <p:cNvSpPr txBox="1"/>
          <p:nvPr/>
        </p:nvSpPr>
        <p:spPr>
          <a:xfrm>
            <a:off x="868680" y="4617720"/>
            <a:ext cx="2377440" cy="868680"/>
          </a:xfrm>
          <a:prstGeom prst="rect">
            <a:avLst/>
          </a:prstGeom>
          <a:noFill/>
          <a:ln/>
        </p:spPr>
        <p:txBody>
          <a:bodyPr wrap="square" lIns="0" tIns="0" rIns="0" bIns="0" rtlCol="0" anchor="ctr"/>
          <a:lstStyle/>
          <a:p>
            <a:pPr indent="0" marL="0">
              <a:buNone/>
            </a:pPr>
            <a:r>
              <a:rPr lang="en-US" sz="1800" b="1" dirty="0">
                <a:solidFill>
                  <a:schemeClr val="tx2"/>
                </a:solidFill>
              </a:rPr>
              <a:t>소셜 이미지</a:t>
            </a:r>
            <a:endParaRPr lang="en-US" sz="1800" dirty="0"/>
          </a:p>
        </p:txBody>
      </p:sp>
      <p:sp>
        <p:nvSpPr>
          <p:cNvPr id="18" name="Text 16"/>
          <p:cNvSpPr txBox="1"/>
          <p:nvPr/>
        </p:nvSpPr>
        <p:spPr>
          <a:xfrm>
            <a:off x="3383280" y="4617720"/>
            <a:ext cx="2560320" cy="868680"/>
          </a:xfrm>
          <a:prstGeom prst="rect">
            <a:avLst/>
          </a:prstGeom>
          <a:noFill/>
          <a:ln/>
        </p:spPr>
        <p:txBody>
          <a:bodyPr wrap="square" lIns="0" tIns="0" rIns="0" bIns="0" rtlCol="0" anchor="ctr"/>
          <a:lstStyle/>
          <a:p>
            <a:pPr indent="0" marL="0">
              <a:buNone/>
            </a:pPr>
            <a:r>
              <a:rPr lang="en-US" sz="1700" b="1" dirty="0">
                <a:solidFill>
                  <a:schemeClr val="accent1"/>
                </a:solidFill>
              </a:rPr>
              <a:t>1200×630</a:t>
            </a:r>
            <a:endParaRPr lang="en-US" sz="1700" dirty="0"/>
          </a:p>
        </p:txBody>
      </p:sp>
      <p:sp>
        <p:nvSpPr>
          <p:cNvPr id="19" name="Text 17"/>
          <p:cNvSpPr txBox="1"/>
          <p:nvPr/>
        </p:nvSpPr>
        <p:spPr>
          <a:xfrm>
            <a:off x="6126480" y="4617720"/>
            <a:ext cx="5303520" cy="868680"/>
          </a:xfrm>
          <a:prstGeom prst="rect">
            <a:avLst/>
          </a:prstGeom>
          <a:noFill/>
          <a:ln/>
        </p:spPr>
        <p:txBody>
          <a:bodyPr wrap="square" lIns="0" tIns="0" rIns="0" bIns="0" rtlCol="0" anchor="ctr"/>
          <a:lstStyle/>
          <a:p>
            <a:pPr indent="0" marL="0">
              <a:buNone/>
            </a:pPr>
            <a:r>
              <a:rPr lang="en-US" sz="1400" dirty="0">
                <a:solidFill>
                  <a:schemeClr val="tx1"/>
                </a:solidFill>
              </a:rPr>
              <a:t>링크를 공유할 때 뜨는 대표 이미지</a:t>
            </a:r>
            <a:endParaRPr lang="en-US" sz="1400" dirty="0"/>
          </a:p>
        </p:txBody>
      </p:sp>
      <p:sp>
        <p:nvSpPr>
          <p:cNvPr id="20" name="Text 18"/>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300" dirty="0">
                <a:solidFill>
                  <a:schemeClr val="accent4"/>
                </a:solidFill>
              </a:rPr>
              <a:t>프로젝트 이름 옆 설정(Site Settings)에서 입력합니다. 권장 규격은 Framer 화면의 안내를 우선합니다.</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Publish를 눌러야 세상에 나간다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05 · 게시</a:t>
            </a:r>
            <a:endParaRPr lang="en-US" sz="1200" dirty="0"/>
          </a:p>
        </p:txBody>
      </p:sp>
      <p:sp>
        <p:nvSpPr>
          <p:cNvPr id="4" name="pub0"/>
          <p:cNvSpPr/>
          <p:nvPr/>
        </p:nvSpPr>
        <p:spPr>
          <a:xfrm>
            <a:off x="548640" y="1554480"/>
            <a:ext cx="2560320" cy="2103120"/>
          </a:xfrm>
          <a:prstGeom prst="roundRect">
            <a:avLst>
              <a:gd name="adj" fmla="val 5217"/>
            </a:avLst>
          </a:prstGeom>
          <a:solidFill>
            <a:schemeClr val="bg2"/>
          </a:solidFill>
          <a:ln w="12700">
            <a:solidFill>
              <a:schemeClr val="bg2"/>
            </a:solidFill>
            <a:prstDash val="solid"/>
          </a:ln>
        </p:spPr>
      </p:sp>
      <p:sp>
        <p:nvSpPr>
          <p:cNvPr id="5" name="Text 3"/>
          <p:cNvSpPr txBox="1"/>
          <p:nvPr/>
        </p:nvSpPr>
        <p:spPr>
          <a:xfrm>
            <a:off x="822960" y="1737360"/>
            <a:ext cx="914400" cy="365760"/>
          </a:xfrm>
          <a:prstGeom prst="rect">
            <a:avLst/>
          </a:prstGeom>
          <a:noFill/>
          <a:ln/>
        </p:spPr>
        <p:txBody>
          <a:bodyPr wrap="square" lIns="0" tIns="0" rIns="0" bIns="0" rtlCol="0" anchor="t"/>
          <a:lstStyle/>
          <a:p>
            <a:pPr indent="0" marL="0">
              <a:buNone/>
            </a:pPr>
            <a:r>
              <a:rPr lang="en-US" sz="1400" b="1" dirty="0">
                <a:solidFill>
                  <a:schemeClr val="accent1"/>
                </a:solidFill>
              </a:rPr>
              <a:t>01</a:t>
            </a:r>
            <a:endParaRPr lang="en-US" sz="1400" dirty="0"/>
          </a:p>
        </p:txBody>
      </p:sp>
      <p:sp>
        <p:nvSpPr>
          <p:cNvPr id="6" name="Text 4"/>
          <p:cNvSpPr txBox="1"/>
          <p:nvPr/>
        </p:nvSpPr>
        <p:spPr>
          <a:xfrm>
            <a:off x="822960" y="2148840"/>
            <a:ext cx="2103120" cy="731520"/>
          </a:xfrm>
          <a:prstGeom prst="rect">
            <a:avLst/>
          </a:prstGeom>
          <a:noFill/>
          <a:ln/>
        </p:spPr>
        <p:txBody>
          <a:bodyPr wrap="square" lIns="0" tIns="0" rIns="0" bIns="0" rtlCol="0" anchor="t"/>
          <a:lstStyle/>
          <a:p>
            <a:pPr indent="0" marL="0">
              <a:buNone/>
            </a:pPr>
            <a:r>
              <a:rPr lang="en-US" sz="1800" b="1" dirty="0">
                <a:solidFill>
                  <a:schemeClr val="tx2"/>
                </a:solidFill>
              </a:rPr>
              <a:t>Publish 클릭</a:t>
            </a:r>
            <a:endParaRPr lang="en-US" sz="1800" dirty="0"/>
          </a:p>
        </p:txBody>
      </p:sp>
      <p:sp>
        <p:nvSpPr>
          <p:cNvPr id="7" name="Text 5"/>
          <p:cNvSpPr txBox="1"/>
          <p:nvPr/>
        </p:nvSpPr>
        <p:spPr>
          <a:xfrm>
            <a:off x="822960" y="2880360"/>
            <a:ext cx="2103120" cy="640080"/>
          </a:xfrm>
          <a:prstGeom prst="rect">
            <a:avLst/>
          </a:prstGeom>
          <a:noFill/>
          <a:ln/>
        </p:spPr>
        <p:txBody>
          <a:bodyPr wrap="square" lIns="0" tIns="0" rIns="0" bIns="0" rtlCol="0" anchor="t"/>
          <a:lstStyle/>
          <a:p>
            <a:pPr indent="0" marL="0">
              <a:buNone/>
            </a:pPr>
            <a:r>
              <a:rPr lang="en-US" sz="1300" dirty="0">
                <a:solidFill>
                  <a:schemeClr val="tx1"/>
                </a:solidFill>
              </a:rPr>
              <a:t>오른쪽 위 버튼</a:t>
            </a:r>
            <a:endParaRPr lang="en-US" sz="1300" dirty="0"/>
          </a:p>
        </p:txBody>
      </p:sp>
      <p:sp>
        <p:nvSpPr>
          <p:cNvPr id="8" name="pub1"/>
          <p:cNvSpPr/>
          <p:nvPr/>
        </p:nvSpPr>
        <p:spPr>
          <a:xfrm>
            <a:off x="3337560" y="1554480"/>
            <a:ext cx="2560320" cy="2103120"/>
          </a:xfrm>
          <a:prstGeom prst="roundRect">
            <a:avLst>
              <a:gd name="adj" fmla="val 5217"/>
            </a:avLst>
          </a:prstGeom>
          <a:solidFill>
            <a:schemeClr val="bg2"/>
          </a:solidFill>
          <a:ln w="12700">
            <a:solidFill>
              <a:schemeClr val="bg2"/>
            </a:solidFill>
            <a:prstDash val="solid"/>
          </a:ln>
        </p:spPr>
      </p:sp>
      <p:sp>
        <p:nvSpPr>
          <p:cNvPr id="9" name="Text 7"/>
          <p:cNvSpPr txBox="1"/>
          <p:nvPr/>
        </p:nvSpPr>
        <p:spPr>
          <a:xfrm>
            <a:off x="3611880" y="1737360"/>
            <a:ext cx="914400" cy="365760"/>
          </a:xfrm>
          <a:prstGeom prst="rect">
            <a:avLst/>
          </a:prstGeom>
          <a:noFill/>
          <a:ln/>
        </p:spPr>
        <p:txBody>
          <a:bodyPr wrap="square" lIns="0" tIns="0" rIns="0" bIns="0" rtlCol="0" anchor="t"/>
          <a:lstStyle/>
          <a:p>
            <a:pPr indent="0" marL="0">
              <a:buNone/>
            </a:pPr>
            <a:r>
              <a:rPr lang="en-US" sz="1400" b="1" dirty="0">
                <a:solidFill>
                  <a:schemeClr val="accent1"/>
                </a:solidFill>
              </a:rPr>
              <a:t>02</a:t>
            </a:r>
            <a:endParaRPr lang="en-US" sz="1400" dirty="0"/>
          </a:p>
        </p:txBody>
      </p:sp>
      <p:sp>
        <p:nvSpPr>
          <p:cNvPr id="10" name="Text 8"/>
          <p:cNvSpPr txBox="1"/>
          <p:nvPr/>
        </p:nvSpPr>
        <p:spPr>
          <a:xfrm>
            <a:off x="3611880" y="2148840"/>
            <a:ext cx="2103120" cy="731520"/>
          </a:xfrm>
          <a:prstGeom prst="rect">
            <a:avLst/>
          </a:prstGeom>
          <a:noFill/>
          <a:ln/>
        </p:spPr>
        <p:txBody>
          <a:bodyPr wrap="square" lIns="0" tIns="0" rIns="0" bIns="0" rtlCol="0" anchor="t"/>
          <a:lstStyle/>
          <a:p>
            <a:pPr indent="0" marL="0">
              <a:buNone/>
            </a:pPr>
            <a:r>
              <a:rPr lang="en-US" sz="1800" b="1" dirty="0">
                <a:solidFill>
                  <a:schemeClr val="tx2"/>
                </a:solidFill>
              </a:rPr>
              <a:t>주소 이름 정하기</a:t>
            </a:r>
            <a:endParaRPr lang="en-US" sz="1800" dirty="0"/>
          </a:p>
        </p:txBody>
      </p:sp>
      <p:sp>
        <p:nvSpPr>
          <p:cNvPr id="11" name="Text 9"/>
          <p:cNvSpPr txBox="1"/>
          <p:nvPr/>
        </p:nvSpPr>
        <p:spPr>
          <a:xfrm>
            <a:off x="3611880" y="2880360"/>
            <a:ext cx="2103120" cy="640080"/>
          </a:xfrm>
          <a:prstGeom prst="rect">
            <a:avLst/>
          </a:prstGeom>
          <a:noFill/>
          <a:ln/>
        </p:spPr>
        <p:txBody>
          <a:bodyPr wrap="square" lIns="0" tIns="0" rIns="0" bIns="0" rtlCol="0" anchor="t"/>
          <a:lstStyle/>
          <a:p>
            <a:pPr indent="0" marL="0">
              <a:buNone/>
            </a:pPr>
            <a:r>
              <a:rPr lang="en-US" sz="1300" dirty="0">
                <a:solidFill>
                  <a:schemeClr val="tx1"/>
                </a:solidFill>
              </a:rPr>
              <a:t>영문 이름 또는 작품명으로</a:t>
            </a:r>
            <a:endParaRPr lang="en-US" sz="1300" dirty="0"/>
          </a:p>
        </p:txBody>
      </p:sp>
      <p:sp>
        <p:nvSpPr>
          <p:cNvPr id="12" name="pub2"/>
          <p:cNvSpPr/>
          <p:nvPr/>
        </p:nvSpPr>
        <p:spPr>
          <a:xfrm>
            <a:off x="6126480" y="1554480"/>
            <a:ext cx="2560320" cy="2103120"/>
          </a:xfrm>
          <a:prstGeom prst="roundRect">
            <a:avLst>
              <a:gd name="adj" fmla="val 5217"/>
            </a:avLst>
          </a:prstGeom>
          <a:solidFill>
            <a:schemeClr val="bg2"/>
          </a:solidFill>
          <a:ln w="12700">
            <a:solidFill>
              <a:schemeClr val="bg2"/>
            </a:solidFill>
            <a:prstDash val="solid"/>
          </a:ln>
        </p:spPr>
      </p:sp>
      <p:sp>
        <p:nvSpPr>
          <p:cNvPr id="13" name="Text 11"/>
          <p:cNvSpPr txBox="1"/>
          <p:nvPr/>
        </p:nvSpPr>
        <p:spPr>
          <a:xfrm>
            <a:off x="6400800" y="1737360"/>
            <a:ext cx="914400" cy="365760"/>
          </a:xfrm>
          <a:prstGeom prst="rect">
            <a:avLst/>
          </a:prstGeom>
          <a:noFill/>
          <a:ln/>
        </p:spPr>
        <p:txBody>
          <a:bodyPr wrap="square" lIns="0" tIns="0" rIns="0" bIns="0" rtlCol="0" anchor="t"/>
          <a:lstStyle/>
          <a:p>
            <a:pPr indent="0" marL="0">
              <a:buNone/>
            </a:pPr>
            <a:r>
              <a:rPr lang="en-US" sz="1400" b="1" dirty="0">
                <a:solidFill>
                  <a:schemeClr val="accent1"/>
                </a:solidFill>
              </a:rPr>
              <a:t>03</a:t>
            </a:r>
            <a:endParaRPr lang="en-US" sz="1400" dirty="0"/>
          </a:p>
        </p:txBody>
      </p:sp>
      <p:sp>
        <p:nvSpPr>
          <p:cNvPr id="14" name="Text 12"/>
          <p:cNvSpPr txBox="1"/>
          <p:nvPr/>
        </p:nvSpPr>
        <p:spPr>
          <a:xfrm>
            <a:off x="6400800" y="2148840"/>
            <a:ext cx="2103120" cy="731520"/>
          </a:xfrm>
          <a:prstGeom prst="rect">
            <a:avLst/>
          </a:prstGeom>
          <a:noFill/>
          <a:ln/>
        </p:spPr>
        <p:txBody>
          <a:bodyPr wrap="square" lIns="0" tIns="0" rIns="0" bIns="0" rtlCol="0" anchor="t"/>
          <a:lstStyle/>
          <a:p>
            <a:pPr indent="0" marL="0">
              <a:buNone/>
            </a:pPr>
            <a:r>
              <a:rPr lang="en-US" sz="1800" b="1" dirty="0">
                <a:solidFill>
                  <a:schemeClr val="tx2"/>
                </a:solidFill>
              </a:rPr>
              <a:t>게시 완료</a:t>
            </a:r>
            <a:endParaRPr lang="en-US" sz="1800" dirty="0"/>
          </a:p>
        </p:txBody>
      </p:sp>
      <p:sp>
        <p:nvSpPr>
          <p:cNvPr id="15" name="Text 13"/>
          <p:cNvSpPr txBox="1"/>
          <p:nvPr/>
        </p:nvSpPr>
        <p:spPr>
          <a:xfrm>
            <a:off x="6400800" y="2880360"/>
            <a:ext cx="2103120" cy="640080"/>
          </a:xfrm>
          <a:prstGeom prst="rect">
            <a:avLst/>
          </a:prstGeom>
          <a:noFill/>
          <a:ln/>
        </p:spPr>
        <p:txBody>
          <a:bodyPr wrap="square" lIns="0" tIns="0" rIns="0" bIns="0" rtlCol="0" anchor="t"/>
          <a:lstStyle/>
          <a:p>
            <a:pPr indent="0" marL="0">
              <a:buNone/>
            </a:pPr>
            <a:r>
              <a:rPr lang="en-US" sz="1300" dirty="0">
                <a:solidFill>
                  <a:schemeClr val="tx1"/>
                </a:solidFill>
              </a:rPr>
              <a:t>발급된 링크를 휴대폰으로 열어 확인</a:t>
            </a:r>
            <a:endParaRPr lang="en-US" sz="1300" dirty="0"/>
          </a:p>
        </p:txBody>
      </p:sp>
      <p:sp>
        <p:nvSpPr>
          <p:cNvPr id="16" name="pub3"/>
          <p:cNvSpPr/>
          <p:nvPr/>
        </p:nvSpPr>
        <p:spPr>
          <a:xfrm>
            <a:off x="8915400" y="1554480"/>
            <a:ext cx="2560320" cy="2103120"/>
          </a:xfrm>
          <a:prstGeom prst="roundRect">
            <a:avLst>
              <a:gd name="adj" fmla="val 5217"/>
            </a:avLst>
          </a:prstGeom>
          <a:solidFill>
            <a:schemeClr val="tx2"/>
          </a:solidFill>
          <a:ln w="12700">
            <a:solidFill>
              <a:schemeClr val="tx2"/>
            </a:solidFill>
            <a:prstDash val="solid"/>
          </a:ln>
        </p:spPr>
      </p:sp>
      <p:sp>
        <p:nvSpPr>
          <p:cNvPr id="17" name="Text 15"/>
          <p:cNvSpPr txBox="1"/>
          <p:nvPr/>
        </p:nvSpPr>
        <p:spPr>
          <a:xfrm>
            <a:off x="9189720" y="1737360"/>
            <a:ext cx="914400" cy="365760"/>
          </a:xfrm>
          <a:prstGeom prst="rect">
            <a:avLst/>
          </a:prstGeom>
          <a:noFill/>
          <a:ln/>
        </p:spPr>
        <p:txBody>
          <a:bodyPr wrap="square" lIns="0" tIns="0" rIns="0" bIns="0" rtlCol="0" anchor="t"/>
          <a:lstStyle/>
          <a:p>
            <a:pPr indent="0" marL="0">
              <a:buNone/>
            </a:pPr>
            <a:r>
              <a:rPr lang="en-US" sz="1400" b="1" dirty="0">
                <a:solidFill>
                  <a:schemeClr val="accent3"/>
                </a:solidFill>
              </a:rPr>
              <a:t>04</a:t>
            </a:r>
            <a:endParaRPr lang="en-US" sz="1400" dirty="0"/>
          </a:p>
        </p:txBody>
      </p:sp>
      <p:sp>
        <p:nvSpPr>
          <p:cNvPr id="18" name="Text 16"/>
          <p:cNvSpPr txBox="1"/>
          <p:nvPr/>
        </p:nvSpPr>
        <p:spPr>
          <a:xfrm>
            <a:off x="9189720" y="2148840"/>
            <a:ext cx="2103120" cy="731520"/>
          </a:xfrm>
          <a:prstGeom prst="rect">
            <a:avLst/>
          </a:prstGeom>
          <a:noFill/>
          <a:ln/>
        </p:spPr>
        <p:txBody>
          <a:bodyPr wrap="square" lIns="0" tIns="0" rIns="0" bIns="0" rtlCol="0" anchor="t"/>
          <a:lstStyle/>
          <a:p>
            <a:pPr indent="0" marL="0">
              <a:buNone/>
            </a:pPr>
            <a:r>
              <a:rPr lang="en-US" sz="1800" b="1" dirty="0">
                <a:solidFill>
                  <a:schemeClr val="bg1"/>
                </a:solidFill>
              </a:rPr>
              <a:t>고치면 다시 Publish</a:t>
            </a:r>
            <a:endParaRPr lang="en-US" sz="1800" dirty="0"/>
          </a:p>
        </p:txBody>
      </p:sp>
      <p:sp>
        <p:nvSpPr>
          <p:cNvPr id="19" name="Text 17"/>
          <p:cNvSpPr txBox="1"/>
          <p:nvPr/>
        </p:nvSpPr>
        <p:spPr>
          <a:xfrm>
            <a:off x="9189720" y="2880360"/>
            <a:ext cx="2103120" cy="640080"/>
          </a:xfrm>
          <a:prstGeom prst="rect">
            <a:avLst/>
          </a:prstGeom>
          <a:noFill/>
          <a:ln/>
        </p:spPr>
        <p:txBody>
          <a:bodyPr wrap="square" lIns="0" tIns="0" rIns="0" bIns="0" rtlCol="0" anchor="t"/>
          <a:lstStyle/>
          <a:p>
            <a:pPr indent="0" marL="0">
              <a:buNone/>
            </a:pPr>
            <a:r>
              <a:rPr lang="en-US" sz="1300" dirty="0">
                <a:solidFill>
                  <a:schemeClr val="accent5"/>
                </a:solidFill>
              </a:rPr>
              <a:t>누르기 전까지 방문자는 이전 버전을 봄</a:t>
            </a:r>
            <a:endParaRPr lang="en-US" sz="1300" dirty="0"/>
          </a:p>
        </p:txBody>
      </p:sp>
      <p:sp>
        <p:nvSpPr>
          <p:cNvPr id="20" name="free"/>
          <p:cNvSpPr/>
          <p:nvPr/>
        </p:nvSpPr>
        <p:spPr>
          <a:xfrm>
            <a:off x="548640" y="4023360"/>
            <a:ext cx="11064240" cy="1737360"/>
          </a:xfrm>
          <a:prstGeom prst="roundRect">
            <a:avLst>
              <a:gd name="adj" fmla="val 6316"/>
            </a:avLst>
          </a:prstGeom>
          <a:solidFill>
            <a:schemeClr val="bg2"/>
          </a:solidFill>
          <a:ln w="12700">
            <a:solidFill>
              <a:schemeClr val="bg2"/>
            </a:solidFill>
            <a:prstDash val="solid"/>
          </a:ln>
        </p:spPr>
      </p:sp>
      <p:sp>
        <p:nvSpPr>
          <p:cNvPr id="21" name="Text 19"/>
          <p:cNvSpPr txBox="1"/>
          <p:nvPr/>
        </p:nvSpPr>
        <p:spPr>
          <a:xfrm>
            <a:off x="868680" y="4206240"/>
            <a:ext cx="5486400" cy="365760"/>
          </a:xfrm>
          <a:prstGeom prst="rect">
            <a:avLst/>
          </a:prstGeom>
          <a:noFill/>
          <a:ln/>
        </p:spPr>
        <p:txBody>
          <a:bodyPr wrap="square" lIns="0" tIns="0" rIns="0" bIns="0" rtlCol="0" anchor="t"/>
          <a:lstStyle/>
          <a:p>
            <a:pPr indent="0" marL="0">
              <a:buNone/>
            </a:pPr>
            <a:r>
              <a:rPr lang="en-US" sz="1600" b="1" dirty="0">
                <a:solidFill>
                  <a:schemeClr val="tx2"/>
                </a:solidFill>
              </a:rPr>
              <a:t>무료 플랜으로 충분합니다</a:t>
            </a:r>
            <a:endParaRPr lang="en-US" sz="1600" dirty="0"/>
          </a:p>
        </p:txBody>
      </p:sp>
      <p:sp>
        <p:nvSpPr>
          <p:cNvPr id="22" name="Text 20"/>
          <p:cNvSpPr txBox="1"/>
          <p:nvPr/>
        </p:nvSpPr>
        <p:spPr>
          <a:xfrm>
            <a:off x="868680" y="4617720"/>
            <a:ext cx="10424160" cy="1005840"/>
          </a:xfrm>
          <a:prstGeom prst="rect">
            <a:avLst/>
          </a:prstGeom>
          <a:noFill/>
          <a:ln/>
        </p:spPr>
        <p:txBody>
          <a:bodyPr wrap="square" lIns="0" tIns="0" rIns="0" bIns="0" rtlCol="0" anchor="t"/>
          <a:lstStyle/>
          <a:p>
            <a:pPr indent="0" marL="0">
              <a:buNone/>
            </a:pPr>
            <a:r>
              <a:rPr lang="en-US" sz="1400" dirty="0">
                <a:solidFill>
                  <a:schemeClr val="tx1"/>
                </a:solidFill>
              </a:rPr>
              <a:t>무료 게시는 Framer 주소(예: 이름.framer.website 형식)와 'Made in Framer' 배지가 붙습니다. 개인 도메인 연결과 배지 제거는 유료 플랜이 필요하며, 이 수업의 필수 조건은 아닙니다. 주소 형식과 가격은 바뀔 수 있으니 게시 화면의 안내를 기준으로 합니다.</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주소를 QR로 바꿔 판넬에 붙인다</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STEP 05 · QR</a:t>
            </a:r>
            <a:endParaRPr lang="en-US" sz="1200" dirty="0"/>
          </a:p>
        </p:txBody>
      </p:sp>
      <p:sp>
        <p:nvSpPr>
          <p:cNvPr id="4" name="num1"/>
          <p:cNvSpPr/>
          <p:nvPr/>
        </p:nvSpPr>
        <p:spPr>
          <a:xfrm>
            <a:off x="548640" y="150876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6" name="Text 4"/>
          <p:cNvSpPr txBox="1"/>
          <p:nvPr/>
        </p:nvSpPr>
        <p:spPr>
          <a:xfrm>
            <a:off x="1280160" y="1463040"/>
            <a:ext cx="5303520" cy="411480"/>
          </a:xfrm>
          <a:prstGeom prst="rect">
            <a:avLst/>
          </a:prstGeom>
          <a:noFill/>
          <a:ln/>
        </p:spPr>
        <p:txBody>
          <a:bodyPr wrap="square" lIns="0" tIns="0" rIns="0" bIns="0" rtlCol="0" anchor="t"/>
          <a:lstStyle/>
          <a:p>
            <a:pPr indent="0" marL="0">
              <a:buNone/>
            </a:pPr>
            <a:r>
              <a:rPr lang="en-US" sz="1800" b="1" dirty="0">
                <a:solidFill>
                  <a:schemeClr val="tx2"/>
                </a:solidFill>
              </a:rPr>
              <a:t>주소 복사</a:t>
            </a:r>
            <a:endParaRPr lang="en-US" sz="1800" dirty="0"/>
          </a:p>
        </p:txBody>
      </p:sp>
      <p:sp>
        <p:nvSpPr>
          <p:cNvPr id="7" name="Text 5"/>
          <p:cNvSpPr txBox="1"/>
          <p:nvPr/>
        </p:nvSpPr>
        <p:spPr>
          <a:xfrm>
            <a:off x="1280160" y="1901952"/>
            <a:ext cx="5303520" cy="457200"/>
          </a:xfrm>
          <a:prstGeom prst="rect">
            <a:avLst/>
          </a:prstGeom>
          <a:noFill/>
          <a:ln/>
        </p:spPr>
        <p:txBody>
          <a:bodyPr wrap="square" lIns="0" tIns="0" rIns="0" bIns="0" rtlCol="0" anchor="t"/>
          <a:lstStyle/>
          <a:p>
            <a:pPr indent="0" marL="0">
              <a:buNone/>
            </a:pPr>
            <a:r>
              <a:rPr lang="en-US" sz="1400" dirty="0">
                <a:solidFill>
                  <a:schemeClr val="tx1"/>
                </a:solidFill>
              </a:rPr>
              <a:t>게시된 사이트를 Chrome으로 열기</a:t>
            </a:r>
            <a:endParaRPr lang="en-US" sz="1400" dirty="0"/>
          </a:p>
        </p:txBody>
      </p:sp>
      <p:sp>
        <p:nvSpPr>
          <p:cNvPr id="8" name="num2"/>
          <p:cNvSpPr/>
          <p:nvPr/>
        </p:nvSpPr>
        <p:spPr>
          <a:xfrm>
            <a:off x="548640" y="2587752"/>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548640" y="2587752"/>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10" name="Text 8"/>
          <p:cNvSpPr txBox="1"/>
          <p:nvPr/>
        </p:nvSpPr>
        <p:spPr>
          <a:xfrm>
            <a:off x="1280160" y="2542032"/>
            <a:ext cx="5303520" cy="411480"/>
          </a:xfrm>
          <a:prstGeom prst="rect">
            <a:avLst/>
          </a:prstGeom>
          <a:noFill/>
          <a:ln/>
        </p:spPr>
        <p:txBody>
          <a:bodyPr wrap="square" lIns="0" tIns="0" rIns="0" bIns="0" rtlCol="0" anchor="t"/>
          <a:lstStyle/>
          <a:p>
            <a:pPr indent="0" marL="0">
              <a:buNone/>
            </a:pPr>
            <a:r>
              <a:rPr lang="en-US" sz="1800" b="1" dirty="0">
                <a:solidFill>
                  <a:schemeClr val="tx2"/>
                </a:solidFill>
              </a:rPr>
              <a:t>QR 만들기</a:t>
            </a:r>
            <a:endParaRPr lang="en-US" sz="1800" dirty="0"/>
          </a:p>
        </p:txBody>
      </p:sp>
      <p:sp>
        <p:nvSpPr>
          <p:cNvPr id="11" name="Text 9"/>
          <p:cNvSpPr txBox="1"/>
          <p:nvPr/>
        </p:nvSpPr>
        <p:spPr>
          <a:xfrm>
            <a:off x="1280160" y="2980944"/>
            <a:ext cx="5303520" cy="457200"/>
          </a:xfrm>
          <a:prstGeom prst="rect">
            <a:avLst/>
          </a:prstGeom>
          <a:noFill/>
          <a:ln/>
        </p:spPr>
        <p:txBody>
          <a:bodyPr wrap="square" lIns="0" tIns="0" rIns="0" bIns="0" rtlCol="0" anchor="t"/>
          <a:lstStyle/>
          <a:p>
            <a:pPr indent="0" marL="0">
              <a:buNone/>
            </a:pPr>
            <a:r>
              <a:rPr lang="en-US" sz="1400" dirty="0">
                <a:solidFill>
                  <a:schemeClr val="tx1"/>
                </a:solidFill>
              </a:rPr>
              <a:t>주소창 공유 메뉴의 'QR 코드 만들기' → 다운로드</a:t>
            </a:r>
            <a:endParaRPr lang="en-US" sz="1400" dirty="0"/>
          </a:p>
        </p:txBody>
      </p:sp>
      <p:sp>
        <p:nvSpPr>
          <p:cNvPr id="12" name="num3"/>
          <p:cNvSpPr/>
          <p:nvPr/>
        </p:nvSpPr>
        <p:spPr>
          <a:xfrm>
            <a:off x="548640" y="36667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548640" y="3666744"/>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14" name="Text 12"/>
          <p:cNvSpPr txBox="1"/>
          <p:nvPr/>
        </p:nvSpPr>
        <p:spPr>
          <a:xfrm>
            <a:off x="1280160" y="3621024"/>
            <a:ext cx="5303520" cy="411480"/>
          </a:xfrm>
          <a:prstGeom prst="rect">
            <a:avLst/>
          </a:prstGeom>
          <a:noFill/>
          <a:ln/>
        </p:spPr>
        <p:txBody>
          <a:bodyPr wrap="square" lIns="0" tIns="0" rIns="0" bIns="0" rtlCol="0" anchor="t"/>
          <a:lstStyle/>
          <a:p>
            <a:pPr indent="0" marL="0">
              <a:buNone/>
            </a:pPr>
            <a:r>
              <a:rPr lang="en-US" sz="1800" b="1" dirty="0">
                <a:solidFill>
                  <a:schemeClr val="tx2"/>
                </a:solidFill>
              </a:rPr>
              <a:t>판넬 배치</a:t>
            </a:r>
            <a:endParaRPr lang="en-US" sz="1800" dirty="0"/>
          </a:p>
        </p:txBody>
      </p:sp>
      <p:sp>
        <p:nvSpPr>
          <p:cNvPr id="15" name="Text 13"/>
          <p:cNvSpPr txBox="1"/>
          <p:nvPr/>
        </p:nvSpPr>
        <p:spPr>
          <a:xfrm>
            <a:off x="1280160" y="4059936"/>
            <a:ext cx="5303520" cy="457200"/>
          </a:xfrm>
          <a:prstGeom prst="rect">
            <a:avLst/>
          </a:prstGeom>
          <a:noFill/>
          <a:ln/>
        </p:spPr>
        <p:txBody>
          <a:bodyPr wrap="square" lIns="0" tIns="0" rIns="0" bIns="0" rtlCol="0" anchor="t"/>
          <a:lstStyle/>
          <a:p>
            <a:pPr indent="0" marL="0">
              <a:buNone/>
            </a:pPr>
            <a:r>
              <a:rPr lang="en-US" sz="1400" dirty="0">
                <a:solidFill>
                  <a:schemeClr val="tx1"/>
                </a:solidFill>
              </a:rPr>
              <a:t>가로 3cm 이상, 주변에 여백</a:t>
            </a:r>
            <a:endParaRPr lang="en-US" sz="1400" dirty="0"/>
          </a:p>
        </p:txBody>
      </p:sp>
      <p:sp>
        <p:nvSpPr>
          <p:cNvPr id="16" name="num4"/>
          <p:cNvSpPr/>
          <p:nvPr/>
        </p:nvSpPr>
        <p:spPr>
          <a:xfrm>
            <a:off x="548640" y="4745736"/>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48640" y="4745736"/>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18" name="Text 16"/>
          <p:cNvSpPr txBox="1"/>
          <p:nvPr/>
        </p:nvSpPr>
        <p:spPr>
          <a:xfrm>
            <a:off x="1280160" y="4700016"/>
            <a:ext cx="5303520" cy="411480"/>
          </a:xfrm>
          <a:prstGeom prst="rect">
            <a:avLst/>
          </a:prstGeom>
          <a:noFill/>
          <a:ln/>
        </p:spPr>
        <p:txBody>
          <a:bodyPr wrap="square" lIns="0" tIns="0" rIns="0" bIns="0" rtlCol="0" anchor="t"/>
          <a:lstStyle/>
          <a:p>
            <a:pPr indent="0" marL="0">
              <a:buNone/>
            </a:pPr>
            <a:r>
              <a:rPr lang="en-US" sz="1800" b="1" dirty="0">
                <a:solidFill>
                  <a:schemeClr val="tx2"/>
                </a:solidFill>
              </a:rPr>
              <a:t>찍어 보기</a:t>
            </a:r>
            <a:endParaRPr lang="en-US" sz="1800" dirty="0"/>
          </a:p>
        </p:txBody>
      </p:sp>
      <p:sp>
        <p:nvSpPr>
          <p:cNvPr id="19" name="Text 17"/>
          <p:cNvSpPr txBox="1"/>
          <p:nvPr/>
        </p:nvSpPr>
        <p:spPr>
          <a:xfrm>
            <a:off x="1280160" y="5138928"/>
            <a:ext cx="5303520" cy="457200"/>
          </a:xfrm>
          <a:prstGeom prst="rect">
            <a:avLst/>
          </a:prstGeom>
          <a:noFill/>
          <a:ln/>
        </p:spPr>
        <p:txBody>
          <a:bodyPr wrap="square" lIns="0" tIns="0" rIns="0" bIns="0" rtlCol="0" anchor="t"/>
          <a:lstStyle/>
          <a:p>
            <a:pPr indent="0" marL="0">
              <a:buNone/>
            </a:pPr>
            <a:r>
              <a:rPr lang="en-US" sz="1400" dirty="0">
                <a:solidFill>
                  <a:schemeClr val="tx1"/>
                </a:solidFill>
              </a:rPr>
              <a:t>출력 후 휴대폰 3대 이상으로 인식 확인</a:t>
            </a:r>
            <a:endParaRPr lang="en-US" sz="1400" dirty="0"/>
          </a:p>
        </p:txBody>
      </p:sp>
      <p:sp>
        <p:nvSpPr>
          <p:cNvPr id="20" name="qrbg"/>
          <p:cNvSpPr/>
          <p:nvPr/>
        </p:nvSpPr>
        <p:spPr>
          <a:xfrm>
            <a:off x="7543800" y="1234440"/>
            <a:ext cx="3611880" cy="3611880"/>
          </a:xfrm>
          <a:prstGeom prst="roundRect">
            <a:avLst>
              <a:gd name="adj" fmla="val 3038"/>
            </a:avLst>
          </a:prstGeom>
          <a:solidFill>
            <a:schemeClr val="bg2"/>
          </a:solidFill>
          <a:ln w="12700">
            <a:solidFill>
              <a:schemeClr val="bg2"/>
            </a:solidFill>
            <a:prstDash val="solid"/>
          </a:ln>
        </p:spPr>
      </p:sp>
      <p:sp>
        <p:nvSpPr>
          <p:cNvPr id="21" name="q0_0"/>
          <p:cNvSpPr/>
          <p:nvPr/>
        </p:nvSpPr>
        <p:spPr>
          <a:xfrm>
            <a:off x="7863840" y="1554480"/>
            <a:ext cx="329184" cy="329184"/>
          </a:xfrm>
          <a:prstGeom prst="rect">
            <a:avLst/>
          </a:prstGeom>
          <a:solidFill>
            <a:schemeClr val="tx2"/>
          </a:solidFill>
          <a:ln w="12700">
            <a:solidFill>
              <a:schemeClr val="tx2"/>
            </a:solidFill>
            <a:prstDash val="solid"/>
          </a:ln>
        </p:spPr>
      </p:sp>
      <p:sp>
        <p:nvSpPr>
          <p:cNvPr id="22" name="q0_1"/>
          <p:cNvSpPr/>
          <p:nvPr/>
        </p:nvSpPr>
        <p:spPr>
          <a:xfrm>
            <a:off x="8193024" y="1554480"/>
            <a:ext cx="329184" cy="329184"/>
          </a:xfrm>
          <a:prstGeom prst="rect">
            <a:avLst/>
          </a:prstGeom>
          <a:solidFill>
            <a:schemeClr val="tx2"/>
          </a:solidFill>
          <a:ln w="12700">
            <a:solidFill>
              <a:schemeClr val="tx2"/>
            </a:solidFill>
            <a:prstDash val="solid"/>
          </a:ln>
        </p:spPr>
      </p:sp>
      <p:sp>
        <p:nvSpPr>
          <p:cNvPr id="23" name="q0_2"/>
          <p:cNvSpPr/>
          <p:nvPr/>
        </p:nvSpPr>
        <p:spPr>
          <a:xfrm>
            <a:off x="8522208" y="1554480"/>
            <a:ext cx="329184" cy="329184"/>
          </a:xfrm>
          <a:prstGeom prst="rect">
            <a:avLst/>
          </a:prstGeom>
          <a:solidFill>
            <a:schemeClr val="tx2"/>
          </a:solidFill>
          <a:ln w="12700">
            <a:solidFill>
              <a:schemeClr val="tx2"/>
            </a:solidFill>
            <a:prstDash val="solid"/>
          </a:ln>
        </p:spPr>
      </p:sp>
      <p:sp>
        <p:nvSpPr>
          <p:cNvPr id="24" name="q0_3"/>
          <p:cNvSpPr/>
          <p:nvPr/>
        </p:nvSpPr>
        <p:spPr>
          <a:xfrm>
            <a:off x="8851392" y="1554480"/>
            <a:ext cx="329184" cy="329184"/>
          </a:xfrm>
          <a:prstGeom prst="rect">
            <a:avLst/>
          </a:prstGeom>
          <a:solidFill>
            <a:schemeClr val="tx2"/>
          </a:solidFill>
          <a:ln w="12700">
            <a:solidFill>
              <a:schemeClr val="tx2"/>
            </a:solidFill>
            <a:prstDash val="solid"/>
          </a:ln>
        </p:spPr>
      </p:sp>
      <p:sp>
        <p:nvSpPr>
          <p:cNvPr id="25" name="q0_4"/>
          <p:cNvSpPr/>
          <p:nvPr/>
        </p:nvSpPr>
        <p:spPr>
          <a:xfrm>
            <a:off x="9180576" y="1554480"/>
            <a:ext cx="329184" cy="329184"/>
          </a:xfrm>
          <a:prstGeom prst="rect">
            <a:avLst/>
          </a:prstGeom>
          <a:solidFill>
            <a:schemeClr val="tx2"/>
          </a:solidFill>
          <a:ln w="12700">
            <a:solidFill>
              <a:schemeClr val="tx2"/>
            </a:solidFill>
            <a:prstDash val="solid"/>
          </a:ln>
        </p:spPr>
      </p:sp>
      <p:sp>
        <p:nvSpPr>
          <p:cNvPr id="26" name="q0_6"/>
          <p:cNvSpPr/>
          <p:nvPr/>
        </p:nvSpPr>
        <p:spPr>
          <a:xfrm>
            <a:off x="9838944" y="1554480"/>
            <a:ext cx="329184" cy="329184"/>
          </a:xfrm>
          <a:prstGeom prst="rect">
            <a:avLst/>
          </a:prstGeom>
          <a:solidFill>
            <a:schemeClr val="tx2"/>
          </a:solidFill>
          <a:ln w="12700">
            <a:solidFill>
              <a:schemeClr val="tx2"/>
            </a:solidFill>
            <a:prstDash val="solid"/>
          </a:ln>
        </p:spPr>
      </p:sp>
      <p:sp>
        <p:nvSpPr>
          <p:cNvPr id="27" name="q0_8"/>
          <p:cNvSpPr/>
          <p:nvPr/>
        </p:nvSpPr>
        <p:spPr>
          <a:xfrm>
            <a:off x="10497312" y="1554480"/>
            <a:ext cx="329184" cy="329184"/>
          </a:xfrm>
          <a:prstGeom prst="rect">
            <a:avLst/>
          </a:prstGeom>
          <a:solidFill>
            <a:schemeClr val="tx2"/>
          </a:solidFill>
          <a:ln w="12700">
            <a:solidFill>
              <a:schemeClr val="tx2"/>
            </a:solidFill>
            <a:prstDash val="solid"/>
          </a:ln>
        </p:spPr>
      </p:sp>
      <p:sp>
        <p:nvSpPr>
          <p:cNvPr id="28" name="q0_9"/>
          <p:cNvSpPr/>
          <p:nvPr/>
        </p:nvSpPr>
        <p:spPr>
          <a:xfrm>
            <a:off x="10826496" y="1554480"/>
            <a:ext cx="329184" cy="329184"/>
          </a:xfrm>
          <a:prstGeom prst="rect">
            <a:avLst/>
          </a:prstGeom>
          <a:solidFill>
            <a:schemeClr val="tx2"/>
          </a:solidFill>
          <a:ln w="12700">
            <a:solidFill>
              <a:schemeClr val="tx2"/>
            </a:solidFill>
            <a:prstDash val="solid"/>
          </a:ln>
        </p:spPr>
      </p:sp>
      <p:sp>
        <p:nvSpPr>
          <p:cNvPr id="29" name="q1_0"/>
          <p:cNvSpPr/>
          <p:nvPr/>
        </p:nvSpPr>
        <p:spPr>
          <a:xfrm>
            <a:off x="7863840" y="1883664"/>
            <a:ext cx="329184" cy="329184"/>
          </a:xfrm>
          <a:prstGeom prst="rect">
            <a:avLst/>
          </a:prstGeom>
          <a:solidFill>
            <a:schemeClr val="tx2"/>
          </a:solidFill>
          <a:ln w="12700">
            <a:solidFill>
              <a:schemeClr val="tx2"/>
            </a:solidFill>
            <a:prstDash val="solid"/>
          </a:ln>
        </p:spPr>
      </p:sp>
      <p:sp>
        <p:nvSpPr>
          <p:cNvPr id="30" name="q1_4"/>
          <p:cNvSpPr/>
          <p:nvPr/>
        </p:nvSpPr>
        <p:spPr>
          <a:xfrm>
            <a:off x="9180576" y="1883664"/>
            <a:ext cx="329184" cy="329184"/>
          </a:xfrm>
          <a:prstGeom prst="rect">
            <a:avLst/>
          </a:prstGeom>
          <a:solidFill>
            <a:schemeClr val="tx2"/>
          </a:solidFill>
          <a:ln w="12700">
            <a:solidFill>
              <a:schemeClr val="tx2"/>
            </a:solidFill>
            <a:prstDash val="solid"/>
          </a:ln>
        </p:spPr>
      </p:sp>
      <p:sp>
        <p:nvSpPr>
          <p:cNvPr id="31" name="q1_6"/>
          <p:cNvSpPr/>
          <p:nvPr/>
        </p:nvSpPr>
        <p:spPr>
          <a:xfrm>
            <a:off x="9838944" y="1883664"/>
            <a:ext cx="329184" cy="329184"/>
          </a:xfrm>
          <a:prstGeom prst="rect">
            <a:avLst/>
          </a:prstGeom>
          <a:solidFill>
            <a:schemeClr val="tx2"/>
          </a:solidFill>
          <a:ln w="12700">
            <a:solidFill>
              <a:schemeClr val="tx2"/>
            </a:solidFill>
            <a:prstDash val="solid"/>
          </a:ln>
        </p:spPr>
      </p:sp>
      <p:sp>
        <p:nvSpPr>
          <p:cNvPr id="32" name="q1_7"/>
          <p:cNvSpPr/>
          <p:nvPr/>
        </p:nvSpPr>
        <p:spPr>
          <a:xfrm>
            <a:off x="10168128" y="1883664"/>
            <a:ext cx="329184" cy="329184"/>
          </a:xfrm>
          <a:prstGeom prst="rect">
            <a:avLst/>
          </a:prstGeom>
          <a:solidFill>
            <a:schemeClr val="tx2"/>
          </a:solidFill>
          <a:ln w="12700">
            <a:solidFill>
              <a:schemeClr val="tx2"/>
            </a:solidFill>
            <a:prstDash val="solid"/>
          </a:ln>
        </p:spPr>
      </p:sp>
      <p:sp>
        <p:nvSpPr>
          <p:cNvPr id="33" name="q1_9"/>
          <p:cNvSpPr/>
          <p:nvPr/>
        </p:nvSpPr>
        <p:spPr>
          <a:xfrm>
            <a:off x="10826496" y="1883664"/>
            <a:ext cx="329184" cy="329184"/>
          </a:xfrm>
          <a:prstGeom prst="rect">
            <a:avLst/>
          </a:prstGeom>
          <a:solidFill>
            <a:schemeClr val="tx2"/>
          </a:solidFill>
          <a:ln w="12700">
            <a:solidFill>
              <a:schemeClr val="tx2"/>
            </a:solidFill>
            <a:prstDash val="solid"/>
          </a:ln>
        </p:spPr>
      </p:sp>
      <p:sp>
        <p:nvSpPr>
          <p:cNvPr id="34" name="q2_0"/>
          <p:cNvSpPr/>
          <p:nvPr/>
        </p:nvSpPr>
        <p:spPr>
          <a:xfrm>
            <a:off x="7863840" y="2212848"/>
            <a:ext cx="329184" cy="329184"/>
          </a:xfrm>
          <a:prstGeom prst="rect">
            <a:avLst/>
          </a:prstGeom>
          <a:solidFill>
            <a:schemeClr val="tx2"/>
          </a:solidFill>
          <a:ln w="12700">
            <a:solidFill>
              <a:schemeClr val="tx2"/>
            </a:solidFill>
            <a:prstDash val="solid"/>
          </a:ln>
        </p:spPr>
      </p:sp>
      <p:sp>
        <p:nvSpPr>
          <p:cNvPr id="35" name="q2_2"/>
          <p:cNvSpPr/>
          <p:nvPr/>
        </p:nvSpPr>
        <p:spPr>
          <a:xfrm>
            <a:off x="8522208" y="2212848"/>
            <a:ext cx="329184" cy="329184"/>
          </a:xfrm>
          <a:prstGeom prst="rect">
            <a:avLst/>
          </a:prstGeom>
          <a:solidFill>
            <a:schemeClr val="tx2"/>
          </a:solidFill>
          <a:ln w="12700">
            <a:solidFill>
              <a:schemeClr val="tx2"/>
            </a:solidFill>
            <a:prstDash val="solid"/>
          </a:ln>
        </p:spPr>
      </p:sp>
      <p:sp>
        <p:nvSpPr>
          <p:cNvPr id="36" name="q2_3"/>
          <p:cNvSpPr/>
          <p:nvPr/>
        </p:nvSpPr>
        <p:spPr>
          <a:xfrm>
            <a:off x="8851392" y="2212848"/>
            <a:ext cx="329184" cy="329184"/>
          </a:xfrm>
          <a:prstGeom prst="rect">
            <a:avLst/>
          </a:prstGeom>
          <a:solidFill>
            <a:schemeClr val="tx2"/>
          </a:solidFill>
          <a:ln w="12700">
            <a:solidFill>
              <a:schemeClr val="tx2"/>
            </a:solidFill>
            <a:prstDash val="solid"/>
          </a:ln>
        </p:spPr>
      </p:sp>
      <p:sp>
        <p:nvSpPr>
          <p:cNvPr id="37" name="q2_4"/>
          <p:cNvSpPr/>
          <p:nvPr/>
        </p:nvSpPr>
        <p:spPr>
          <a:xfrm>
            <a:off x="9180576" y="2212848"/>
            <a:ext cx="329184" cy="329184"/>
          </a:xfrm>
          <a:prstGeom prst="rect">
            <a:avLst/>
          </a:prstGeom>
          <a:solidFill>
            <a:schemeClr val="tx2"/>
          </a:solidFill>
          <a:ln w="12700">
            <a:solidFill>
              <a:schemeClr val="tx2"/>
            </a:solidFill>
            <a:prstDash val="solid"/>
          </a:ln>
        </p:spPr>
      </p:sp>
      <p:sp>
        <p:nvSpPr>
          <p:cNvPr id="38" name="q2_6"/>
          <p:cNvSpPr/>
          <p:nvPr/>
        </p:nvSpPr>
        <p:spPr>
          <a:xfrm>
            <a:off x="9838944" y="2212848"/>
            <a:ext cx="329184" cy="329184"/>
          </a:xfrm>
          <a:prstGeom prst="rect">
            <a:avLst/>
          </a:prstGeom>
          <a:solidFill>
            <a:schemeClr val="tx2"/>
          </a:solidFill>
          <a:ln w="12700">
            <a:solidFill>
              <a:schemeClr val="tx2"/>
            </a:solidFill>
            <a:prstDash val="solid"/>
          </a:ln>
        </p:spPr>
      </p:sp>
      <p:sp>
        <p:nvSpPr>
          <p:cNvPr id="39" name="q2_8"/>
          <p:cNvSpPr/>
          <p:nvPr/>
        </p:nvSpPr>
        <p:spPr>
          <a:xfrm>
            <a:off x="10497312" y="2212848"/>
            <a:ext cx="329184" cy="329184"/>
          </a:xfrm>
          <a:prstGeom prst="rect">
            <a:avLst/>
          </a:prstGeom>
          <a:solidFill>
            <a:schemeClr val="tx2"/>
          </a:solidFill>
          <a:ln w="12700">
            <a:solidFill>
              <a:schemeClr val="tx2"/>
            </a:solidFill>
            <a:prstDash val="solid"/>
          </a:ln>
        </p:spPr>
      </p:sp>
      <p:sp>
        <p:nvSpPr>
          <p:cNvPr id="40" name="q3_0"/>
          <p:cNvSpPr/>
          <p:nvPr/>
        </p:nvSpPr>
        <p:spPr>
          <a:xfrm>
            <a:off x="7863840" y="2542032"/>
            <a:ext cx="329184" cy="329184"/>
          </a:xfrm>
          <a:prstGeom prst="rect">
            <a:avLst/>
          </a:prstGeom>
          <a:solidFill>
            <a:schemeClr val="tx2"/>
          </a:solidFill>
          <a:ln w="12700">
            <a:solidFill>
              <a:schemeClr val="tx2"/>
            </a:solidFill>
            <a:prstDash val="solid"/>
          </a:ln>
        </p:spPr>
      </p:sp>
      <p:sp>
        <p:nvSpPr>
          <p:cNvPr id="41" name="q3_2"/>
          <p:cNvSpPr/>
          <p:nvPr/>
        </p:nvSpPr>
        <p:spPr>
          <a:xfrm>
            <a:off x="8522208" y="2542032"/>
            <a:ext cx="329184" cy="329184"/>
          </a:xfrm>
          <a:prstGeom prst="rect">
            <a:avLst/>
          </a:prstGeom>
          <a:solidFill>
            <a:schemeClr val="tx2"/>
          </a:solidFill>
          <a:ln w="12700">
            <a:solidFill>
              <a:schemeClr val="tx2"/>
            </a:solidFill>
            <a:prstDash val="solid"/>
          </a:ln>
        </p:spPr>
      </p:sp>
      <p:sp>
        <p:nvSpPr>
          <p:cNvPr id="42" name="q3_3"/>
          <p:cNvSpPr/>
          <p:nvPr/>
        </p:nvSpPr>
        <p:spPr>
          <a:xfrm>
            <a:off x="8851392" y="2542032"/>
            <a:ext cx="329184" cy="329184"/>
          </a:xfrm>
          <a:prstGeom prst="rect">
            <a:avLst/>
          </a:prstGeom>
          <a:solidFill>
            <a:schemeClr val="tx2"/>
          </a:solidFill>
          <a:ln w="12700">
            <a:solidFill>
              <a:schemeClr val="tx2"/>
            </a:solidFill>
            <a:prstDash val="solid"/>
          </a:ln>
        </p:spPr>
      </p:sp>
      <p:sp>
        <p:nvSpPr>
          <p:cNvPr id="43" name="q3_4"/>
          <p:cNvSpPr/>
          <p:nvPr/>
        </p:nvSpPr>
        <p:spPr>
          <a:xfrm>
            <a:off x="9180576" y="2542032"/>
            <a:ext cx="329184" cy="329184"/>
          </a:xfrm>
          <a:prstGeom prst="rect">
            <a:avLst/>
          </a:prstGeom>
          <a:solidFill>
            <a:schemeClr val="tx2"/>
          </a:solidFill>
          <a:ln w="12700">
            <a:solidFill>
              <a:schemeClr val="tx2"/>
            </a:solidFill>
            <a:prstDash val="solid"/>
          </a:ln>
        </p:spPr>
      </p:sp>
      <p:sp>
        <p:nvSpPr>
          <p:cNvPr id="44" name="q3_7"/>
          <p:cNvSpPr/>
          <p:nvPr/>
        </p:nvSpPr>
        <p:spPr>
          <a:xfrm>
            <a:off x="10168128" y="2542032"/>
            <a:ext cx="329184" cy="329184"/>
          </a:xfrm>
          <a:prstGeom prst="rect">
            <a:avLst/>
          </a:prstGeom>
          <a:solidFill>
            <a:schemeClr val="tx2"/>
          </a:solidFill>
          <a:ln w="12700">
            <a:solidFill>
              <a:schemeClr val="tx2"/>
            </a:solidFill>
            <a:prstDash val="solid"/>
          </a:ln>
        </p:spPr>
      </p:sp>
      <p:sp>
        <p:nvSpPr>
          <p:cNvPr id="45" name="q3_8"/>
          <p:cNvSpPr/>
          <p:nvPr/>
        </p:nvSpPr>
        <p:spPr>
          <a:xfrm>
            <a:off x="10497312" y="2542032"/>
            <a:ext cx="329184" cy="329184"/>
          </a:xfrm>
          <a:prstGeom prst="rect">
            <a:avLst/>
          </a:prstGeom>
          <a:solidFill>
            <a:schemeClr val="tx2"/>
          </a:solidFill>
          <a:ln w="12700">
            <a:solidFill>
              <a:schemeClr val="tx2"/>
            </a:solidFill>
            <a:prstDash val="solid"/>
          </a:ln>
        </p:spPr>
      </p:sp>
      <p:sp>
        <p:nvSpPr>
          <p:cNvPr id="46" name="q3_9"/>
          <p:cNvSpPr/>
          <p:nvPr/>
        </p:nvSpPr>
        <p:spPr>
          <a:xfrm>
            <a:off x="10826496" y="2542032"/>
            <a:ext cx="329184" cy="329184"/>
          </a:xfrm>
          <a:prstGeom prst="rect">
            <a:avLst/>
          </a:prstGeom>
          <a:solidFill>
            <a:schemeClr val="tx2"/>
          </a:solidFill>
          <a:ln w="12700">
            <a:solidFill>
              <a:schemeClr val="tx2"/>
            </a:solidFill>
            <a:prstDash val="solid"/>
          </a:ln>
        </p:spPr>
      </p:sp>
      <p:sp>
        <p:nvSpPr>
          <p:cNvPr id="47" name="q4_0"/>
          <p:cNvSpPr/>
          <p:nvPr/>
        </p:nvSpPr>
        <p:spPr>
          <a:xfrm>
            <a:off x="7863840" y="2871216"/>
            <a:ext cx="329184" cy="329184"/>
          </a:xfrm>
          <a:prstGeom prst="rect">
            <a:avLst/>
          </a:prstGeom>
          <a:solidFill>
            <a:schemeClr val="tx2"/>
          </a:solidFill>
          <a:ln w="12700">
            <a:solidFill>
              <a:schemeClr val="tx2"/>
            </a:solidFill>
            <a:prstDash val="solid"/>
          </a:ln>
        </p:spPr>
      </p:sp>
      <p:sp>
        <p:nvSpPr>
          <p:cNvPr id="48" name="q4_4"/>
          <p:cNvSpPr/>
          <p:nvPr/>
        </p:nvSpPr>
        <p:spPr>
          <a:xfrm>
            <a:off x="9180576" y="2871216"/>
            <a:ext cx="329184" cy="329184"/>
          </a:xfrm>
          <a:prstGeom prst="rect">
            <a:avLst/>
          </a:prstGeom>
          <a:solidFill>
            <a:schemeClr val="tx2"/>
          </a:solidFill>
          <a:ln w="12700">
            <a:solidFill>
              <a:schemeClr val="tx2"/>
            </a:solidFill>
            <a:prstDash val="solid"/>
          </a:ln>
        </p:spPr>
      </p:sp>
      <p:sp>
        <p:nvSpPr>
          <p:cNvPr id="49" name="q4_8"/>
          <p:cNvSpPr/>
          <p:nvPr/>
        </p:nvSpPr>
        <p:spPr>
          <a:xfrm>
            <a:off x="10497312" y="2871216"/>
            <a:ext cx="329184" cy="329184"/>
          </a:xfrm>
          <a:prstGeom prst="rect">
            <a:avLst/>
          </a:prstGeom>
          <a:solidFill>
            <a:schemeClr val="tx2"/>
          </a:solidFill>
          <a:ln w="12700">
            <a:solidFill>
              <a:schemeClr val="tx2"/>
            </a:solidFill>
            <a:prstDash val="solid"/>
          </a:ln>
        </p:spPr>
      </p:sp>
      <p:sp>
        <p:nvSpPr>
          <p:cNvPr id="50" name="q5_0"/>
          <p:cNvSpPr/>
          <p:nvPr/>
        </p:nvSpPr>
        <p:spPr>
          <a:xfrm>
            <a:off x="7863840" y="3200400"/>
            <a:ext cx="329184" cy="329184"/>
          </a:xfrm>
          <a:prstGeom prst="rect">
            <a:avLst/>
          </a:prstGeom>
          <a:solidFill>
            <a:schemeClr val="tx2"/>
          </a:solidFill>
          <a:ln w="12700">
            <a:solidFill>
              <a:schemeClr val="tx2"/>
            </a:solidFill>
            <a:prstDash val="solid"/>
          </a:ln>
        </p:spPr>
      </p:sp>
      <p:sp>
        <p:nvSpPr>
          <p:cNvPr id="51" name="q5_1"/>
          <p:cNvSpPr/>
          <p:nvPr/>
        </p:nvSpPr>
        <p:spPr>
          <a:xfrm>
            <a:off x="8193024" y="3200400"/>
            <a:ext cx="329184" cy="329184"/>
          </a:xfrm>
          <a:prstGeom prst="rect">
            <a:avLst/>
          </a:prstGeom>
          <a:solidFill>
            <a:schemeClr val="tx2"/>
          </a:solidFill>
          <a:ln w="12700">
            <a:solidFill>
              <a:schemeClr val="tx2"/>
            </a:solidFill>
            <a:prstDash val="solid"/>
          </a:ln>
        </p:spPr>
      </p:sp>
      <p:sp>
        <p:nvSpPr>
          <p:cNvPr id="52" name="q5_2"/>
          <p:cNvSpPr/>
          <p:nvPr/>
        </p:nvSpPr>
        <p:spPr>
          <a:xfrm>
            <a:off x="8522208" y="3200400"/>
            <a:ext cx="329184" cy="329184"/>
          </a:xfrm>
          <a:prstGeom prst="rect">
            <a:avLst/>
          </a:prstGeom>
          <a:solidFill>
            <a:schemeClr val="tx2"/>
          </a:solidFill>
          <a:ln w="12700">
            <a:solidFill>
              <a:schemeClr val="tx2"/>
            </a:solidFill>
            <a:prstDash val="solid"/>
          </a:ln>
        </p:spPr>
      </p:sp>
      <p:sp>
        <p:nvSpPr>
          <p:cNvPr id="53" name="q5_3"/>
          <p:cNvSpPr/>
          <p:nvPr/>
        </p:nvSpPr>
        <p:spPr>
          <a:xfrm>
            <a:off x="8851392" y="3200400"/>
            <a:ext cx="329184" cy="329184"/>
          </a:xfrm>
          <a:prstGeom prst="rect">
            <a:avLst/>
          </a:prstGeom>
          <a:solidFill>
            <a:schemeClr val="tx2"/>
          </a:solidFill>
          <a:ln w="12700">
            <a:solidFill>
              <a:schemeClr val="tx2"/>
            </a:solidFill>
            <a:prstDash val="solid"/>
          </a:ln>
        </p:spPr>
      </p:sp>
      <p:sp>
        <p:nvSpPr>
          <p:cNvPr id="54" name="q5_4"/>
          <p:cNvSpPr/>
          <p:nvPr/>
        </p:nvSpPr>
        <p:spPr>
          <a:xfrm>
            <a:off x="9180576" y="3200400"/>
            <a:ext cx="329184" cy="329184"/>
          </a:xfrm>
          <a:prstGeom prst="rect">
            <a:avLst/>
          </a:prstGeom>
          <a:solidFill>
            <a:schemeClr val="tx2"/>
          </a:solidFill>
          <a:ln w="12700">
            <a:solidFill>
              <a:schemeClr val="tx2"/>
            </a:solidFill>
            <a:prstDash val="solid"/>
          </a:ln>
        </p:spPr>
      </p:sp>
      <p:sp>
        <p:nvSpPr>
          <p:cNvPr id="55" name="q5_6"/>
          <p:cNvSpPr/>
          <p:nvPr/>
        </p:nvSpPr>
        <p:spPr>
          <a:xfrm>
            <a:off x="9838944" y="3200400"/>
            <a:ext cx="329184" cy="329184"/>
          </a:xfrm>
          <a:prstGeom prst="rect">
            <a:avLst/>
          </a:prstGeom>
          <a:solidFill>
            <a:schemeClr val="tx2"/>
          </a:solidFill>
          <a:ln w="12700">
            <a:solidFill>
              <a:schemeClr val="tx2"/>
            </a:solidFill>
            <a:prstDash val="solid"/>
          </a:ln>
        </p:spPr>
      </p:sp>
      <p:sp>
        <p:nvSpPr>
          <p:cNvPr id="56" name="q5_8"/>
          <p:cNvSpPr/>
          <p:nvPr/>
        </p:nvSpPr>
        <p:spPr>
          <a:xfrm>
            <a:off x="10497312" y="3200400"/>
            <a:ext cx="329184" cy="329184"/>
          </a:xfrm>
          <a:prstGeom prst="rect">
            <a:avLst/>
          </a:prstGeom>
          <a:solidFill>
            <a:schemeClr val="tx2"/>
          </a:solidFill>
          <a:ln w="12700">
            <a:solidFill>
              <a:schemeClr val="tx2"/>
            </a:solidFill>
            <a:prstDash val="solid"/>
          </a:ln>
        </p:spPr>
      </p:sp>
      <p:sp>
        <p:nvSpPr>
          <p:cNvPr id="57" name="q5_9"/>
          <p:cNvSpPr/>
          <p:nvPr/>
        </p:nvSpPr>
        <p:spPr>
          <a:xfrm>
            <a:off x="10826496" y="3200400"/>
            <a:ext cx="329184" cy="329184"/>
          </a:xfrm>
          <a:prstGeom prst="rect">
            <a:avLst/>
          </a:prstGeom>
          <a:solidFill>
            <a:schemeClr val="tx2"/>
          </a:solidFill>
          <a:ln w="12700">
            <a:solidFill>
              <a:schemeClr val="tx2"/>
            </a:solidFill>
            <a:prstDash val="solid"/>
          </a:ln>
        </p:spPr>
      </p:sp>
      <p:sp>
        <p:nvSpPr>
          <p:cNvPr id="58" name="q6_3"/>
          <p:cNvSpPr/>
          <p:nvPr/>
        </p:nvSpPr>
        <p:spPr>
          <a:xfrm>
            <a:off x="8851392" y="3529584"/>
            <a:ext cx="329184" cy="329184"/>
          </a:xfrm>
          <a:prstGeom prst="rect">
            <a:avLst/>
          </a:prstGeom>
          <a:solidFill>
            <a:schemeClr val="tx2"/>
          </a:solidFill>
          <a:ln w="12700">
            <a:solidFill>
              <a:schemeClr val="tx2"/>
            </a:solidFill>
            <a:prstDash val="solid"/>
          </a:ln>
        </p:spPr>
      </p:sp>
      <p:sp>
        <p:nvSpPr>
          <p:cNvPr id="59" name="q6_5"/>
          <p:cNvSpPr/>
          <p:nvPr/>
        </p:nvSpPr>
        <p:spPr>
          <a:xfrm>
            <a:off x="9509760" y="3529584"/>
            <a:ext cx="329184" cy="329184"/>
          </a:xfrm>
          <a:prstGeom prst="rect">
            <a:avLst/>
          </a:prstGeom>
          <a:solidFill>
            <a:schemeClr val="tx2"/>
          </a:solidFill>
          <a:ln w="12700">
            <a:solidFill>
              <a:schemeClr val="tx2"/>
            </a:solidFill>
            <a:prstDash val="solid"/>
          </a:ln>
        </p:spPr>
      </p:sp>
      <p:sp>
        <p:nvSpPr>
          <p:cNvPr id="60" name="q6_7"/>
          <p:cNvSpPr/>
          <p:nvPr/>
        </p:nvSpPr>
        <p:spPr>
          <a:xfrm>
            <a:off x="10168128" y="3529584"/>
            <a:ext cx="329184" cy="329184"/>
          </a:xfrm>
          <a:prstGeom prst="rect">
            <a:avLst/>
          </a:prstGeom>
          <a:solidFill>
            <a:schemeClr val="tx2"/>
          </a:solidFill>
          <a:ln w="12700">
            <a:solidFill>
              <a:schemeClr val="tx2"/>
            </a:solidFill>
            <a:prstDash val="solid"/>
          </a:ln>
        </p:spPr>
      </p:sp>
      <p:sp>
        <p:nvSpPr>
          <p:cNvPr id="61" name="q7_0"/>
          <p:cNvSpPr/>
          <p:nvPr/>
        </p:nvSpPr>
        <p:spPr>
          <a:xfrm>
            <a:off x="7863840" y="3858768"/>
            <a:ext cx="329184" cy="329184"/>
          </a:xfrm>
          <a:prstGeom prst="rect">
            <a:avLst/>
          </a:prstGeom>
          <a:solidFill>
            <a:schemeClr val="tx2"/>
          </a:solidFill>
          <a:ln w="12700">
            <a:solidFill>
              <a:schemeClr val="tx2"/>
            </a:solidFill>
            <a:prstDash val="solid"/>
          </a:ln>
        </p:spPr>
      </p:sp>
      <p:sp>
        <p:nvSpPr>
          <p:cNvPr id="62" name="q7_1"/>
          <p:cNvSpPr/>
          <p:nvPr/>
        </p:nvSpPr>
        <p:spPr>
          <a:xfrm>
            <a:off x="8193024" y="3858768"/>
            <a:ext cx="329184" cy="329184"/>
          </a:xfrm>
          <a:prstGeom prst="rect">
            <a:avLst/>
          </a:prstGeom>
          <a:solidFill>
            <a:schemeClr val="tx2"/>
          </a:solidFill>
          <a:ln w="12700">
            <a:solidFill>
              <a:schemeClr val="tx2"/>
            </a:solidFill>
            <a:prstDash val="solid"/>
          </a:ln>
        </p:spPr>
      </p:sp>
      <p:sp>
        <p:nvSpPr>
          <p:cNvPr id="63" name="q7_3"/>
          <p:cNvSpPr/>
          <p:nvPr/>
        </p:nvSpPr>
        <p:spPr>
          <a:xfrm>
            <a:off x="8851392" y="3858768"/>
            <a:ext cx="329184" cy="329184"/>
          </a:xfrm>
          <a:prstGeom prst="rect">
            <a:avLst/>
          </a:prstGeom>
          <a:solidFill>
            <a:schemeClr val="tx2"/>
          </a:solidFill>
          <a:ln w="12700">
            <a:solidFill>
              <a:schemeClr val="tx2"/>
            </a:solidFill>
            <a:prstDash val="solid"/>
          </a:ln>
        </p:spPr>
      </p:sp>
      <p:sp>
        <p:nvSpPr>
          <p:cNvPr id="64" name="q7_4"/>
          <p:cNvSpPr/>
          <p:nvPr/>
        </p:nvSpPr>
        <p:spPr>
          <a:xfrm>
            <a:off x="9180576" y="3858768"/>
            <a:ext cx="329184" cy="329184"/>
          </a:xfrm>
          <a:prstGeom prst="rect">
            <a:avLst/>
          </a:prstGeom>
          <a:solidFill>
            <a:schemeClr val="tx2"/>
          </a:solidFill>
          <a:ln w="12700">
            <a:solidFill>
              <a:schemeClr val="tx2"/>
            </a:solidFill>
            <a:prstDash val="solid"/>
          </a:ln>
        </p:spPr>
      </p:sp>
      <p:sp>
        <p:nvSpPr>
          <p:cNvPr id="65" name="q7_5"/>
          <p:cNvSpPr/>
          <p:nvPr/>
        </p:nvSpPr>
        <p:spPr>
          <a:xfrm>
            <a:off x="9509760" y="3858768"/>
            <a:ext cx="329184" cy="329184"/>
          </a:xfrm>
          <a:prstGeom prst="rect">
            <a:avLst/>
          </a:prstGeom>
          <a:solidFill>
            <a:schemeClr val="tx2"/>
          </a:solidFill>
          <a:ln w="12700">
            <a:solidFill>
              <a:schemeClr val="tx2"/>
            </a:solidFill>
            <a:prstDash val="solid"/>
          </a:ln>
        </p:spPr>
      </p:sp>
      <p:sp>
        <p:nvSpPr>
          <p:cNvPr id="66" name="q7_6"/>
          <p:cNvSpPr/>
          <p:nvPr/>
        </p:nvSpPr>
        <p:spPr>
          <a:xfrm>
            <a:off x="9838944" y="3858768"/>
            <a:ext cx="329184" cy="329184"/>
          </a:xfrm>
          <a:prstGeom prst="rect">
            <a:avLst/>
          </a:prstGeom>
          <a:solidFill>
            <a:schemeClr val="tx2"/>
          </a:solidFill>
          <a:ln w="12700">
            <a:solidFill>
              <a:schemeClr val="tx2"/>
            </a:solidFill>
            <a:prstDash val="solid"/>
          </a:ln>
        </p:spPr>
      </p:sp>
      <p:sp>
        <p:nvSpPr>
          <p:cNvPr id="67" name="q7_8"/>
          <p:cNvSpPr/>
          <p:nvPr/>
        </p:nvSpPr>
        <p:spPr>
          <a:xfrm>
            <a:off x="10497312" y="3858768"/>
            <a:ext cx="329184" cy="329184"/>
          </a:xfrm>
          <a:prstGeom prst="rect">
            <a:avLst/>
          </a:prstGeom>
          <a:solidFill>
            <a:schemeClr val="tx2"/>
          </a:solidFill>
          <a:ln w="12700">
            <a:solidFill>
              <a:schemeClr val="tx2"/>
            </a:solidFill>
            <a:prstDash val="solid"/>
          </a:ln>
        </p:spPr>
      </p:sp>
      <p:sp>
        <p:nvSpPr>
          <p:cNvPr id="68" name="q7_9"/>
          <p:cNvSpPr/>
          <p:nvPr/>
        </p:nvSpPr>
        <p:spPr>
          <a:xfrm>
            <a:off x="10826496" y="3858768"/>
            <a:ext cx="329184" cy="329184"/>
          </a:xfrm>
          <a:prstGeom prst="rect">
            <a:avLst/>
          </a:prstGeom>
          <a:solidFill>
            <a:schemeClr val="tx2"/>
          </a:solidFill>
          <a:ln w="12700">
            <a:solidFill>
              <a:schemeClr val="tx2"/>
            </a:solidFill>
            <a:prstDash val="solid"/>
          </a:ln>
        </p:spPr>
      </p:sp>
      <p:sp>
        <p:nvSpPr>
          <p:cNvPr id="69" name="q8_1"/>
          <p:cNvSpPr/>
          <p:nvPr/>
        </p:nvSpPr>
        <p:spPr>
          <a:xfrm>
            <a:off x="8193024" y="4187952"/>
            <a:ext cx="329184" cy="329184"/>
          </a:xfrm>
          <a:prstGeom prst="rect">
            <a:avLst/>
          </a:prstGeom>
          <a:solidFill>
            <a:schemeClr val="tx2"/>
          </a:solidFill>
          <a:ln w="12700">
            <a:solidFill>
              <a:schemeClr val="tx2"/>
            </a:solidFill>
            <a:prstDash val="solid"/>
          </a:ln>
        </p:spPr>
      </p:sp>
      <p:sp>
        <p:nvSpPr>
          <p:cNvPr id="70" name="q8_2"/>
          <p:cNvSpPr/>
          <p:nvPr/>
        </p:nvSpPr>
        <p:spPr>
          <a:xfrm>
            <a:off x="8522208" y="4187952"/>
            <a:ext cx="329184" cy="329184"/>
          </a:xfrm>
          <a:prstGeom prst="rect">
            <a:avLst/>
          </a:prstGeom>
          <a:solidFill>
            <a:schemeClr val="tx2"/>
          </a:solidFill>
          <a:ln w="12700">
            <a:solidFill>
              <a:schemeClr val="tx2"/>
            </a:solidFill>
            <a:prstDash val="solid"/>
          </a:ln>
        </p:spPr>
      </p:sp>
      <p:sp>
        <p:nvSpPr>
          <p:cNvPr id="71" name="q8_4"/>
          <p:cNvSpPr/>
          <p:nvPr/>
        </p:nvSpPr>
        <p:spPr>
          <a:xfrm>
            <a:off x="9180576" y="4187952"/>
            <a:ext cx="329184" cy="329184"/>
          </a:xfrm>
          <a:prstGeom prst="rect">
            <a:avLst/>
          </a:prstGeom>
          <a:solidFill>
            <a:schemeClr val="tx2"/>
          </a:solidFill>
          <a:ln w="12700">
            <a:solidFill>
              <a:schemeClr val="tx2"/>
            </a:solidFill>
            <a:prstDash val="solid"/>
          </a:ln>
        </p:spPr>
      </p:sp>
      <p:sp>
        <p:nvSpPr>
          <p:cNvPr id="72" name="q8_7"/>
          <p:cNvSpPr/>
          <p:nvPr/>
        </p:nvSpPr>
        <p:spPr>
          <a:xfrm>
            <a:off x="10168128" y="4187952"/>
            <a:ext cx="329184" cy="329184"/>
          </a:xfrm>
          <a:prstGeom prst="rect">
            <a:avLst/>
          </a:prstGeom>
          <a:solidFill>
            <a:schemeClr val="tx2"/>
          </a:solidFill>
          <a:ln w="12700">
            <a:solidFill>
              <a:schemeClr val="tx2"/>
            </a:solidFill>
            <a:prstDash val="solid"/>
          </a:ln>
        </p:spPr>
      </p:sp>
      <p:sp>
        <p:nvSpPr>
          <p:cNvPr id="73" name="q8_8"/>
          <p:cNvSpPr/>
          <p:nvPr/>
        </p:nvSpPr>
        <p:spPr>
          <a:xfrm>
            <a:off x="10497312" y="4187952"/>
            <a:ext cx="329184" cy="329184"/>
          </a:xfrm>
          <a:prstGeom prst="rect">
            <a:avLst/>
          </a:prstGeom>
          <a:solidFill>
            <a:schemeClr val="tx2"/>
          </a:solidFill>
          <a:ln w="12700">
            <a:solidFill>
              <a:schemeClr val="tx2"/>
            </a:solidFill>
            <a:prstDash val="solid"/>
          </a:ln>
        </p:spPr>
      </p:sp>
      <p:sp>
        <p:nvSpPr>
          <p:cNvPr id="74" name="q9_0"/>
          <p:cNvSpPr/>
          <p:nvPr/>
        </p:nvSpPr>
        <p:spPr>
          <a:xfrm>
            <a:off x="7863840" y="4517136"/>
            <a:ext cx="329184" cy="329184"/>
          </a:xfrm>
          <a:prstGeom prst="rect">
            <a:avLst/>
          </a:prstGeom>
          <a:solidFill>
            <a:schemeClr val="tx2"/>
          </a:solidFill>
          <a:ln w="12700">
            <a:solidFill>
              <a:schemeClr val="tx2"/>
            </a:solidFill>
            <a:prstDash val="solid"/>
          </a:ln>
        </p:spPr>
      </p:sp>
      <p:sp>
        <p:nvSpPr>
          <p:cNvPr id="75" name="q9_2"/>
          <p:cNvSpPr/>
          <p:nvPr/>
        </p:nvSpPr>
        <p:spPr>
          <a:xfrm>
            <a:off x="8522208" y="4517136"/>
            <a:ext cx="329184" cy="329184"/>
          </a:xfrm>
          <a:prstGeom prst="rect">
            <a:avLst/>
          </a:prstGeom>
          <a:solidFill>
            <a:schemeClr val="tx2"/>
          </a:solidFill>
          <a:ln w="12700">
            <a:solidFill>
              <a:schemeClr val="tx2"/>
            </a:solidFill>
            <a:prstDash val="solid"/>
          </a:ln>
        </p:spPr>
      </p:sp>
      <p:sp>
        <p:nvSpPr>
          <p:cNvPr id="76" name="q9_3"/>
          <p:cNvSpPr/>
          <p:nvPr/>
        </p:nvSpPr>
        <p:spPr>
          <a:xfrm>
            <a:off x="8851392" y="4517136"/>
            <a:ext cx="329184" cy="329184"/>
          </a:xfrm>
          <a:prstGeom prst="rect">
            <a:avLst/>
          </a:prstGeom>
          <a:solidFill>
            <a:schemeClr val="tx2"/>
          </a:solidFill>
          <a:ln w="12700">
            <a:solidFill>
              <a:schemeClr val="tx2"/>
            </a:solidFill>
            <a:prstDash val="solid"/>
          </a:ln>
        </p:spPr>
      </p:sp>
      <p:sp>
        <p:nvSpPr>
          <p:cNvPr id="77" name="q9_5"/>
          <p:cNvSpPr/>
          <p:nvPr/>
        </p:nvSpPr>
        <p:spPr>
          <a:xfrm>
            <a:off x="9509760" y="4517136"/>
            <a:ext cx="329184" cy="329184"/>
          </a:xfrm>
          <a:prstGeom prst="rect">
            <a:avLst/>
          </a:prstGeom>
          <a:solidFill>
            <a:schemeClr val="tx2"/>
          </a:solidFill>
          <a:ln w="12700">
            <a:solidFill>
              <a:schemeClr val="tx2"/>
            </a:solidFill>
            <a:prstDash val="solid"/>
          </a:ln>
        </p:spPr>
      </p:sp>
      <p:sp>
        <p:nvSpPr>
          <p:cNvPr id="78" name="q9_7"/>
          <p:cNvSpPr/>
          <p:nvPr/>
        </p:nvSpPr>
        <p:spPr>
          <a:xfrm>
            <a:off x="10168128" y="4517136"/>
            <a:ext cx="329184" cy="329184"/>
          </a:xfrm>
          <a:prstGeom prst="rect">
            <a:avLst/>
          </a:prstGeom>
          <a:solidFill>
            <a:schemeClr val="tx2"/>
          </a:solidFill>
          <a:ln w="12700">
            <a:solidFill>
              <a:schemeClr val="tx2"/>
            </a:solidFill>
            <a:prstDash val="solid"/>
          </a:ln>
        </p:spPr>
      </p:sp>
      <p:sp>
        <p:nvSpPr>
          <p:cNvPr id="79" name="q9_8"/>
          <p:cNvSpPr/>
          <p:nvPr/>
        </p:nvSpPr>
        <p:spPr>
          <a:xfrm>
            <a:off x="10497312" y="4517136"/>
            <a:ext cx="329184" cy="329184"/>
          </a:xfrm>
          <a:prstGeom prst="rect">
            <a:avLst/>
          </a:prstGeom>
          <a:solidFill>
            <a:schemeClr val="tx2"/>
          </a:solidFill>
          <a:ln w="12700">
            <a:solidFill>
              <a:schemeClr val="tx2"/>
            </a:solidFill>
            <a:prstDash val="solid"/>
          </a:ln>
        </p:spPr>
      </p:sp>
      <p:sp>
        <p:nvSpPr>
          <p:cNvPr id="80" name="q9_9"/>
          <p:cNvSpPr/>
          <p:nvPr/>
        </p:nvSpPr>
        <p:spPr>
          <a:xfrm>
            <a:off x="10826496" y="4517136"/>
            <a:ext cx="329184" cy="329184"/>
          </a:xfrm>
          <a:prstGeom prst="rect">
            <a:avLst/>
          </a:prstGeom>
          <a:solidFill>
            <a:schemeClr val="tx2"/>
          </a:solidFill>
          <a:ln w="12700">
            <a:solidFill>
              <a:schemeClr val="tx2"/>
            </a:solidFill>
            <a:prstDash val="solid"/>
          </a:ln>
        </p:spPr>
      </p:sp>
      <p:sp>
        <p:nvSpPr>
          <p:cNvPr id="81" name="Text 79"/>
          <p:cNvSpPr txBox="1"/>
          <p:nvPr/>
        </p:nvSpPr>
        <p:spPr>
          <a:xfrm>
            <a:off x="7543800" y="5257800"/>
            <a:ext cx="4023360" cy="320040"/>
          </a:xfrm>
          <a:prstGeom prst="rect">
            <a:avLst/>
          </a:prstGeom>
          <a:noFill/>
          <a:ln/>
        </p:spPr>
        <p:txBody>
          <a:bodyPr wrap="square" lIns="0" tIns="0" rIns="0" bIns="0" rtlCol="0" anchor="t"/>
          <a:lstStyle/>
          <a:p>
            <a:pPr indent="0" marL="0">
              <a:buNone/>
            </a:pPr>
            <a:r>
              <a:rPr lang="en-US" sz="1100" dirty="0">
                <a:solidFill>
                  <a:schemeClr val="accent4"/>
                </a:solidFill>
              </a:rPr>
              <a:t>그림은 예시입니다. 실제 QR은 각자 생성합니다.</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제출 전 체크리스트</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CHECK</a:t>
            </a:r>
            <a:endParaRPr lang="en-US" sz="1200" dirty="0"/>
          </a:p>
        </p:txBody>
      </p:sp>
      <p:sp>
        <p:nvSpPr>
          <p:cNvPr id="4" name="chk0"/>
          <p:cNvSpPr/>
          <p:nvPr/>
        </p:nvSpPr>
        <p:spPr>
          <a:xfrm>
            <a:off x="548640" y="1463040"/>
            <a:ext cx="3520440" cy="1005840"/>
          </a:xfrm>
          <a:prstGeom prst="roundRect">
            <a:avLst>
              <a:gd name="adj" fmla="val 10909"/>
            </a:avLst>
          </a:prstGeom>
          <a:solidFill>
            <a:schemeClr val="bg2"/>
          </a:solidFill>
          <a:ln w="12700">
            <a:solidFill>
              <a:schemeClr val="bg2"/>
            </a:solidFill>
            <a:prstDash val="solid"/>
          </a:ln>
        </p:spPr>
      </p:sp>
      <p:sp>
        <p:nvSpPr>
          <p:cNvPr id="5" name="cb0"/>
          <p:cNvSpPr/>
          <p:nvPr/>
        </p:nvSpPr>
        <p:spPr>
          <a:xfrm>
            <a:off x="777240" y="1783080"/>
            <a:ext cx="365760" cy="365760"/>
          </a:xfrm>
          <a:prstGeom prst="roundRect">
            <a:avLst>
              <a:gd name="adj" fmla="val 15000"/>
            </a:avLst>
          </a:prstGeom>
          <a:solidFill>
            <a:schemeClr val="bg1"/>
          </a:solidFill>
          <a:ln w="19050">
            <a:solidFill>
              <a:schemeClr val="accent1"/>
            </a:solidFill>
            <a:prstDash val="solid"/>
          </a:ln>
        </p:spPr>
      </p:sp>
      <p:sp>
        <p:nvSpPr>
          <p:cNvPr id="6" name="Text 4"/>
          <p:cNvSpPr txBox="1"/>
          <p:nvPr/>
        </p:nvSpPr>
        <p:spPr>
          <a:xfrm>
            <a:off x="1325880" y="1463040"/>
            <a:ext cx="2606040" cy="1005840"/>
          </a:xfrm>
          <a:prstGeom prst="rect">
            <a:avLst/>
          </a:prstGeom>
          <a:noFill/>
          <a:ln/>
        </p:spPr>
        <p:txBody>
          <a:bodyPr wrap="square" lIns="0" tIns="0" rIns="0" bIns="0" rtlCol="0" anchor="ctr"/>
          <a:lstStyle/>
          <a:p>
            <a:pPr indent="0" marL="0">
              <a:buNone/>
            </a:pPr>
            <a:r>
              <a:rPr lang="en-US" sz="1400" dirty="0">
                <a:solidFill>
                  <a:schemeClr val="tx2"/>
                </a:solidFill>
              </a:rPr>
              <a:t>6개 섹션이 순서대로 있다</a:t>
            </a:r>
            <a:endParaRPr lang="en-US" sz="1400" dirty="0"/>
          </a:p>
        </p:txBody>
      </p:sp>
      <p:sp>
        <p:nvSpPr>
          <p:cNvPr id="7" name="chk1"/>
          <p:cNvSpPr/>
          <p:nvPr/>
        </p:nvSpPr>
        <p:spPr>
          <a:xfrm>
            <a:off x="4297680" y="1463040"/>
            <a:ext cx="3520440" cy="1005840"/>
          </a:xfrm>
          <a:prstGeom prst="roundRect">
            <a:avLst>
              <a:gd name="adj" fmla="val 10909"/>
            </a:avLst>
          </a:prstGeom>
          <a:solidFill>
            <a:schemeClr val="bg2"/>
          </a:solidFill>
          <a:ln w="12700">
            <a:solidFill>
              <a:schemeClr val="bg2"/>
            </a:solidFill>
            <a:prstDash val="solid"/>
          </a:ln>
        </p:spPr>
      </p:sp>
      <p:sp>
        <p:nvSpPr>
          <p:cNvPr id="8" name="cb1"/>
          <p:cNvSpPr/>
          <p:nvPr/>
        </p:nvSpPr>
        <p:spPr>
          <a:xfrm>
            <a:off x="4526280" y="1783080"/>
            <a:ext cx="365760" cy="365760"/>
          </a:xfrm>
          <a:prstGeom prst="roundRect">
            <a:avLst>
              <a:gd name="adj" fmla="val 15000"/>
            </a:avLst>
          </a:prstGeom>
          <a:solidFill>
            <a:schemeClr val="bg1"/>
          </a:solidFill>
          <a:ln w="19050">
            <a:solidFill>
              <a:schemeClr val="accent1"/>
            </a:solidFill>
            <a:prstDash val="solid"/>
          </a:ln>
        </p:spPr>
      </p:sp>
      <p:sp>
        <p:nvSpPr>
          <p:cNvPr id="9" name="Text 7"/>
          <p:cNvSpPr txBox="1"/>
          <p:nvPr/>
        </p:nvSpPr>
        <p:spPr>
          <a:xfrm>
            <a:off x="5074920" y="1463040"/>
            <a:ext cx="2606040" cy="1005840"/>
          </a:xfrm>
          <a:prstGeom prst="rect">
            <a:avLst/>
          </a:prstGeom>
          <a:noFill/>
          <a:ln/>
        </p:spPr>
        <p:txBody>
          <a:bodyPr wrap="square" lIns="0" tIns="0" rIns="0" bIns="0" rtlCol="0" anchor="ctr"/>
          <a:lstStyle/>
          <a:p>
            <a:pPr indent="0" marL="0">
              <a:buNone/>
            </a:pPr>
            <a:r>
              <a:rPr lang="en-US" sz="1400" dirty="0">
                <a:solidFill>
                  <a:schemeClr val="tx2"/>
                </a:solidFill>
              </a:rPr>
              <a:t>템플릿 샘플 글 · 사진이 하나도 남지 않았다</a:t>
            </a:r>
            <a:endParaRPr lang="en-US" sz="1400" dirty="0"/>
          </a:p>
        </p:txBody>
      </p:sp>
      <p:sp>
        <p:nvSpPr>
          <p:cNvPr id="10" name="chk2"/>
          <p:cNvSpPr/>
          <p:nvPr/>
        </p:nvSpPr>
        <p:spPr>
          <a:xfrm>
            <a:off x="8046720" y="1463040"/>
            <a:ext cx="3520440" cy="1005840"/>
          </a:xfrm>
          <a:prstGeom prst="roundRect">
            <a:avLst>
              <a:gd name="adj" fmla="val 10909"/>
            </a:avLst>
          </a:prstGeom>
          <a:solidFill>
            <a:schemeClr val="bg2"/>
          </a:solidFill>
          <a:ln w="12700">
            <a:solidFill>
              <a:schemeClr val="bg2"/>
            </a:solidFill>
            <a:prstDash val="solid"/>
          </a:ln>
        </p:spPr>
      </p:sp>
      <p:sp>
        <p:nvSpPr>
          <p:cNvPr id="11" name="cb2"/>
          <p:cNvSpPr/>
          <p:nvPr/>
        </p:nvSpPr>
        <p:spPr>
          <a:xfrm>
            <a:off x="8275320" y="1783080"/>
            <a:ext cx="365760" cy="365760"/>
          </a:xfrm>
          <a:prstGeom prst="roundRect">
            <a:avLst>
              <a:gd name="adj" fmla="val 15000"/>
            </a:avLst>
          </a:prstGeom>
          <a:solidFill>
            <a:schemeClr val="bg1"/>
          </a:solidFill>
          <a:ln w="19050">
            <a:solidFill>
              <a:schemeClr val="accent1"/>
            </a:solidFill>
            <a:prstDash val="solid"/>
          </a:ln>
        </p:spPr>
      </p:sp>
      <p:sp>
        <p:nvSpPr>
          <p:cNvPr id="12" name="Text 10"/>
          <p:cNvSpPr txBox="1"/>
          <p:nvPr/>
        </p:nvSpPr>
        <p:spPr>
          <a:xfrm>
            <a:off x="8823960" y="1463040"/>
            <a:ext cx="2606040" cy="1005840"/>
          </a:xfrm>
          <a:prstGeom prst="rect">
            <a:avLst/>
          </a:prstGeom>
          <a:noFill/>
          <a:ln/>
        </p:spPr>
        <p:txBody>
          <a:bodyPr wrap="square" lIns="0" tIns="0" rIns="0" bIns="0" rtlCol="0" anchor="ctr"/>
          <a:lstStyle/>
          <a:p>
            <a:pPr indent="0" marL="0">
              <a:buNone/>
            </a:pPr>
            <a:r>
              <a:rPr lang="en-US" sz="1400" dirty="0">
                <a:solidFill>
                  <a:schemeClr val="tx2"/>
                </a:solidFill>
              </a:rPr>
              <a:t>브랜드 컬러 3색 · 폰트 2종 안에 있다</a:t>
            </a:r>
            <a:endParaRPr lang="en-US" sz="1400" dirty="0"/>
          </a:p>
        </p:txBody>
      </p:sp>
      <p:sp>
        <p:nvSpPr>
          <p:cNvPr id="13" name="chk3"/>
          <p:cNvSpPr/>
          <p:nvPr/>
        </p:nvSpPr>
        <p:spPr>
          <a:xfrm>
            <a:off x="548640" y="2697480"/>
            <a:ext cx="3520440" cy="1005840"/>
          </a:xfrm>
          <a:prstGeom prst="roundRect">
            <a:avLst>
              <a:gd name="adj" fmla="val 10909"/>
            </a:avLst>
          </a:prstGeom>
          <a:solidFill>
            <a:schemeClr val="bg2"/>
          </a:solidFill>
          <a:ln w="12700">
            <a:solidFill>
              <a:schemeClr val="bg2"/>
            </a:solidFill>
            <a:prstDash val="solid"/>
          </a:ln>
        </p:spPr>
      </p:sp>
      <p:sp>
        <p:nvSpPr>
          <p:cNvPr id="14" name="cb3"/>
          <p:cNvSpPr/>
          <p:nvPr/>
        </p:nvSpPr>
        <p:spPr>
          <a:xfrm>
            <a:off x="777240" y="3017520"/>
            <a:ext cx="365760" cy="365760"/>
          </a:xfrm>
          <a:prstGeom prst="roundRect">
            <a:avLst>
              <a:gd name="adj" fmla="val 15000"/>
            </a:avLst>
          </a:prstGeom>
          <a:solidFill>
            <a:schemeClr val="bg1"/>
          </a:solidFill>
          <a:ln w="19050">
            <a:solidFill>
              <a:schemeClr val="accent1"/>
            </a:solidFill>
            <a:prstDash val="solid"/>
          </a:ln>
        </p:spPr>
      </p:sp>
      <p:sp>
        <p:nvSpPr>
          <p:cNvPr id="15" name="Text 13"/>
          <p:cNvSpPr txBox="1"/>
          <p:nvPr/>
        </p:nvSpPr>
        <p:spPr>
          <a:xfrm>
            <a:off x="1325880" y="2697480"/>
            <a:ext cx="2606040" cy="1005840"/>
          </a:xfrm>
          <a:prstGeom prst="rect">
            <a:avLst/>
          </a:prstGeom>
          <a:noFill/>
          <a:ln/>
        </p:spPr>
        <p:txBody>
          <a:bodyPr wrap="square" lIns="0" tIns="0" rIns="0" bIns="0" rtlCol="0" anchor="ctr"/>
          <a:lstStyle/>
          <a:p>
            <a:pPr indent="0" marL="0">
              <a:buNone/>
            </a:pPr>
            <a:r>
              <a:rPr lang="en-US" sz="1400" dirty="0">
                <a:solidFill>
                  <a:schemeClr val="tx2"/>
                </a:solidFill>
              </a:rPr>
              <a:t>영상 자동재생이 꺼져 있다</a:t>
            </a:r>
            <a:endParaRPr lang="en-US" sz="1400" dirty="0"/>
          </a:p>
        </p:txBody>
      </p:sp>
      <p:sp>
        <p:nvSpPr>
          <p:cNvPr id="16" name="chk4"/>
          <p:cNvSpPr/>
          <p:nvPr/>
        </p:nvSpPr>
        <p:spPr>
          <a:xfrm>
            <a:off x="4297680" y="2697480"/>
            <a:ext cx="3520440" cy="1005840"/>
          </a:xfrm>
          <a:prstGeom prst="roundRect">
            <a:avLst>
              <a:gd name="adj" fmla="val 10909"/>
            </a:avLst>
          </a:prstGeom>
          <a:solidFill>
            <a:schemeClr val="bg2"/>
          </a:solidFill>
          <a:ln w="12700">
            <a:solidFill>
              <a:schemeClr val="bg2"/>
            </a:solidFill>
            <a:prstDash val="solid"/>
          </a:ln>
        </p:spPr>
      </p:sp>
      <p:sp>
        <p:nvSpPr>
          <p:cNvPr id="17" name="cb4"/>
          <p:cNvSpPr/>
          <p:nvPr/>
        </p:nvSpPr>
        <p:spPr>
          <a:xfrm>
            <a:off x="4526280" y="3017520"/>
            <a:ext cx="365760" cy="365760"/>
          </a:xfrm>
          <a:prstGeom prst="roundRect">
            <a:avLst>
              <a:gd name="adj" fmla="val 15000"/>
            </a:avLst>
          </a:prstGeom>
          <a:solidFill>
            <a:schemeClr val="bg1"/>
          </a:solidFill>
          <a:ln w="19050">
            <a:solidFill>
              <a:schemeClr val="accent1"/>
            </a:solidFill>
            <a:prstDash val="solid"/>
          </a:ln>
        </p:spPr>
      </p:sp>
      <p:sp>
        <p:nvSpPr>
          <p:cNvPr id="18" name="Text 16"/>
          <p:cNvSpPr txBox="1"/>
          <p:nvPr/>
        </p:nvSpPr>
        <p:spPr>
          <a:xfrm>
            <a:off x="5074920" y="2697480"/>
            <a:ext cx="2606040" cy="1005840"/>
          </a:xfrm>
          <a:prstGeom prst="rect">
            <a:avLst/>
          </a:prstGeom>
          <a:noFill/>
          <a:ln/>
        </p:spPr>
        <p:txBody>
          <a:bodyPr wrap="square" lIns="0" tIns="0" rIns="0" bIns="0" rtlCol="0" anchor="ctr"/>
          <a:lstStyle/>
          <a:p>
            <a:pPr indent="0" marL="0">
              <a:buNone/>
            </a:pPr>
            <a:r>
              <a:rPr lang="en-US" sz="1400" dirty="0">
                <a:solidFill>
                  <a:schemeClr val="tx2"/>
                </a:solidFill>
              </a:rPr>
              <a:t>휴대폰에서 첫 화면이 5초 안에 뜬다</a:t>
            </a:r>
            <a:endParaRPr lang="en-US" sz="1400" dirty="0"/>
          </a:p>
        </p:txBody>
      </p:sp>
      <p:sp>
        <p:nvSpPr>
          <p:cNvPr id="19" name="chk5"/>
          <p:cNvSpPr/>
          <p:nvPr/>
        </p:nvSpPr>
        <p:spPr>
          <a:xfrm>
            <a:off x="8046720" y="2697480"/>
            <a:ext cx="3520440" cy="1005840"/>
          </a:xfrm>
          <a:prstGeom prst="roundRect">
            <a:avLst>
              <a:gd name="adj" fmla="val 10909"/>
            </a:avLst>
          </a:prstGeom>
          <a:solidFill>
            <a:schemeClr val="bg2"/>
          </a:solidFill>
          <a:ln w="12700">
            <a:solidFill>
              <a:schemeClr val="bg2"/>
            </a:solidFill>
            <a:prstDash val="solid"/>
          </a:ln>
        </p:spPr>
      </p:sp>
      <p:sp>
        <p:nvSpPr>
          <p:cNvPr id="20" name="cb5"/>
          <p:cNvSpPr/>
          <p:nvPr/>
        </p:nvSpPr>
        <p:spPr>
          <a:xfrm>
            <a:off x="8275320" y="3017520"/>
            <a:ext cx="365760" cy="365760"/>
          </a:xfrm>
          <a:prstGeom prst="roundRect">
            <a:avLst>
              <a:gd name="adj" fmla="val 15000"/>
            </a:avLst>
          </a:prstGeom>
          <a:solidFill>
            <a:schemeClr val="bg1"/>
          </a:solidFill>
          <a:ln w="19050">
            <a:solidFill>
              <a:schemeClr val="accent1"/>
            </a:solidFill>
            <a:prstDash val="solid"/>
          </a:ln>
        </p:spPr>
      </p:sp>
      <p:sp>
        <p:nvSpPr>
          <p:cNvPr id="21" name="Text 19"/>
          <p:cNvSpPr txBox="1"/>
          <p:nvPr/>
        </p:nvSpPr>
        <p:spPr>
          <a:xfrm>
            <a:off x="8823960" y="2697480"/>
            <a:ext cx="2606040" cy="1005840"/>
          </a:xfrm>
          <a:prstGeom prst="rect">
            <a:avLst/>
          </a:prstGeom>
          <a:noFill/>
          <a:ln/>
        </p:spPr>
        <p:txBody>
          <a:bodyPr wrap="square" lIns="0" tIns="0" rIns="0" bIns="0" rtlCol="0" anchor="ctr"/>
          <a:lstStyle/>
          <a:p>
            <a:pPr indent="0" marL="0">
              <a:buNone/>
            </a:pPr>
            <a:r>
              <a:rPr lang="en-US" sz="1400" dirty="0">
                <a:solidFill>
                  <a:schemeClr val="tx2"/>
                </a:solidFill>
              </a:rPr>
              <a:t>제목 · 설명 · 파비콘 · 소셜 이미지를 바꿨다</a:t>
            </a:r>
            <a:endParaRPr lang="en-US" sz="1400" dirty="0"/>
          </a:p>
        </p:txBody>
      </p:sp>
      <p:sp>
        <p:nvSpPr>
          <p:cNvPr id="22" name="chk6"/>
          <p:cNvSpPr/>
          <p:nvPr/>
        </p:nvSpPr>
        <p:spPr>
          <a:xfrm>
            <a:off x="548640" y="3931920"/>
            <a:ext cx="3520440" cy="1005840"/>
          </a:xfrm>
          <a:prstGeom prst="roundRect">
            <a:avLst>
              <a:gd name="adj" fmla="val 10909"/>
            </a:avLst>
          </a:prstGeom>
          <a:solidFill>
            <a:schemeClr val="bg2"/>
          </a:solidFill>
          <a:ln w="12700">
            <a:solidFill>
              <a:schemeClr val="bg2"/>
            </a:solidFill>
            <a:prstDash val="solid"/>
          </a:ln>
        </p:spPr>
      </p:sp>
      <p:sp>
        <p:nvSpPr>
          <p:cNvPr id="23" name="cb6"/>
          <p:cNvSpPr/>
          <p:nvPr/>
        </p:nvSpPr>
        <p:spPr>
          <a:xfrm>
            <a:off x="777240" y="4251960"/>
            <a:ext cx="365760" cy="365760"/>
          </a:xfrm>
          <a:prstGeom prst="roundRect">
            <a:avLst>
              <a:gd name="adj" fmla="val 15000"/>
            </a:avLst>
          </a:prstGeom>
          <a:solidFill>
            <a:schemeClr val="bg1"/>
          </a:solidFill>
          <a:ln w="19050">
            <a:solidFill>
              <a:schemeClr val="accent1"/>
            </a:solidFill>
            <a:prstDash val="solid"/>
          </a:ln>
        </p:spPr>
      </p:sp>
      <p:sp>
        <p:nvSpPr>
          <p:cNvPr id="24" name="Text 22"/>
          <p:cNvSpPr txBox="1"/>
          <p:nvPr/>
        </p:nvSpPr>
        <p:spPr>
          <a:xfrm>
            <a:off x="1325880" y="3931920"/>
            <a:ext cx="2606040" cy="1005840"/>
          </a:xfrm>
          <a:prstGeom prst="rect">
            <a:avLst/>
          </a:prstGeom>
          <a:noFill/>
          <a:ln/>
        </p:spPr>
        <p:txBody>
          <a:bodyPr wrap="square" lIns="0" tIns="0" rIns="0" bIns="0" rtlCol="0" anchor="ctr"/>
          <a:lstStyle/>
          <a:p>
            <a:pPr indent="0" marL="0">
              <a:buNone/>
            </a:pPr>
            <a:r>
              <a:rPr lang="en-US" sz="1400" dirty="0">
                <a:solidFill>
                  <a:schemeClr val="tx2"/>
                </a:solidFill>
              </a:rPr>
              <a:t>마지막 수정 후 다시 Publish 했다</a:t>
            </a:r>
            <a:endParaRPr lang="en-US" sz="1400" dirty="0"/>
          </a:p>
        </p:txBody>
      </p:sp>
      <p:sp>
        <p:nvSpPr>
          <p:cNvPr id="25" name="chk7"/>
          <p:cNvSpPr/>
          <p:nvPr/>
        </p:nvSpPr>
        <p:spPr>
          <a:xfrm>
            <a:off x="4297680" y="3931920"/>
            <a:ext cx="3520440" cy="1005840"/>
          </a:xfrm>
          <a:prstGeom prst="roundRect">
            <a:avLst>
              <a:gd name="adj" fmla="val 10909"/>
            </a:avLst>
          </a:prstGeom>
          <a:solidFill>
            <a:schemeClr val="bg2"/>
          </a:solidFill>
          <a:ln w="12700">
            <a:solidFill>
              <a:schemeClr val="bg2"/>
            </a:solidFill>
            <a:prstDash val="solid"/>
          </a:ln>
        </p:spPr>
      </p:sp>
      <p:sp>
        <p:nvSpPr>
          <p:cNvPr id="26" name="cb7"/>
          <p:cNvSpPr/>
          <p:nvPr/>
        </p:nvSpPr>
        <p:spPr>
          <a:xfrm>
            <a:off x="4526280" y="4251960"/>
            <a:ext cx="365760" cy="365760"/>
          </a:xfrm>
          <a:prstGeom prst="roundRect">
            <a:avLst>
              <a:gd name="adj" fmla="val 15000"/>
            </a:avLst>
          </a:prstGeom>
          <a:solidFill>
            <a:schemeClr val="bg1"/>
          </a:solidFill>
          <a:ln w="19050">
            <a:solidFill>
              <a:schemeClr val="accent1"/>
            </a:solidFill>
            <a:prstDash val="solid"/>
          </a:ln>
        </p:spPr>
      </p:sp>
      <p:sp>
        <p:nvSpPr>
          <p:cNvPr id="27" name="Text 25"/>
          <p:cNvSpPr txBox="1"/>
          <p:nvPr/>
        </p:nvSpPr>
        <p:spPr>
          <a:xfrm>
            <a:off x="5074920" y="3931920"/>
            <a:ext cx="2606040" cy="1005840"/>
          </a:xfrm>
          <a:prstGeom prst="rect">
            <a:avLst/>
          </a:prstGeom>
          <a:noFill/>
          <a:ln/>
        </p:spPr>
        <p:txBody>
          <a:bodyPr wrap="square" lIns="0" tIns="0" rIns="0" bIns="0" rtlCol="0" anchor="ctr"/>
          <a:lstStyle/>
          <a:p>
            <a:pPr indent="0" marL="0">
              <a:buNone/>
            </a:pPr>
            <a:r>
              <a:rPr lang="en-US" sz="1400" dirty="0">
                <a:solidFill>
                  <a:schemeClr val="tx2"/>
                </a:solidFill>
              </a:rPr>
              <a:t>QR이 휴대폰 3대에서 인식된다</a:t>
            </a:r>
            <a:endParaRPr lang="en-US" sz="1400" dirty="0"/>
          </a:p>
        </p:txBody>
      </p:sp>
      <p:sp>
        <p:nvSpPr>
          <p:cNvPr id="28" name="chk8"/>
          <p:cNvSpPr/>
          <p:nvPr/>
        </p:nvSpPr>
        <p:spPr>
          <a:xfrm>
            <a:off x="8046720" y="3931920"/>
            <a:ext cx="3520440" cy="1005840"/>
          </a:xfrm>
          <a:prstGeom prst="roundRect">
            <a:avLst>
              <a:gd name="adj" fmla="val 10909"/>
            </a:avLst>
          </a:prstGeom>
          <a:solidFill>
            <a:schemeClr val="bg2"/>
          </a:solidFill>
          <a:ln w="12700">
            <a:solidFill>
              <a:schemeClr val="bg2"/>
            </a:solidFill>
            <a:prstDash val="solid"/>
          </a:ln>
        </p:spPr>
      </p:sp>
      <p:sp>
        <p:nvSpPr>
          <p:cNvPr id="29" name="cb8"/>
          <p:cNvSpPr/>
          <p:nvPr/>
        </p:nvSpPr>
        <p:spPr>
          <a:xfrm>
            <a:off x="8275320" y="4251960"/>
            <a:ext cx="365760" cy="365760"/>
          </a:xfrm>
          <a:prstGeom prst="roundRect">
            <a:avLst>
              <a:gd name="adj" fmla="val 15000"/>
            </a:avLst>
          </a:prstGeom>
          <a:solidFill>
            <a:schemeClr val="bg1"/>
          </a:solidFill>
          <a:ln w="19050">
            <a:solidFill>
              <a:schemeClr val="accent1"/>
            </a:solidFill>
            <a:prstDash val="solid"/>
          </a:ln>
        </p:spPr>
      </p:sp>
      <p:sp>
        <p:nvSpPr>
          <p:cNvPr id="30" name="Text 28"/>
          <p:cNvSpPr txBox="1"/>
          <p:nvPr/>
        </p:nvSpPr>
        <p:spPr>
          <a:xfrm>
            <a:off x="8823960" y="3931920"/>
            <a:ext cx="2606040" cy="1005840"/>
          </a:xfrm>
          <a:prstGeom prst="rect">
            <a:avLst/>
          </a:prstGeom>
          <a:noFill/>
          <a:ln/>
        </p:spPr>
        <p:txBody>
          <a:bodyPr wrap="square" lIns="0" tIns="0" rIns="0" bIns="0" rtlCol="0" anchor="ctr"/>
          <a:lstStyle/>
          <a:p>
            <a:pPr indent="0" marL="0">
              <a:buNone/>
            </a:pPr>
            <a:r>
              <a:rPr lang="en-US" sz="1400" dirty="0">
                <a:solidFill>
                  <a:schemeClr val="tx2"/>
                </a:solidFill>
              </a:rPr>
              <a:t>About에 사용한 AI 도구를 적었다</a:t>
            </a:r>
            <a:endParaRPr lang="en-US" sz="1400" dirty="0"/>
          </a:p>
        </p:txBody>
      </p:sp>
      <p:sp>
        <p:nvSpPr>
          <p:cNvPr id="31" name="submit"/>
          <p:cNvSpPr/>
          <p:nvPr/>
        </p:nvSpPr>
        <p:spPr>
          <a:xfrm>
            <a:off x="548640" y="5257800"/>
            <a:ext cx="11064240" cy="731520"/>
          </a:xfrm>
          <a:prstGeom prst="roundRect">
            <a:avLst>
              <a:gd name="adj" fmla="val 15000"/>
            </a:avLst>
          </a:prstGeom>
          <a:solidFill>
            <a:schemeClr val="tx2"/>
          </a:solidFill>
          <a:ln w="12700">
            <a:solidFill>
              <a:schemeClr val="tx2"/>
            </a:solidFill>
            <a:prstDash val="solid"/>
          </a:ln>
        </p:spPr>
      </p:sp>
      <p:sp>
        <p:nvSpPr>
          <p:cNvPr id="32" name="Text 30"/>
          <p:cNvSpPr txBox="1"/>
          <p:nvPr/>
        </p:nvSpPr>
        <p:spPr>
          <a:xfrm>
            <a:off x="868680" y="5257800"/>
            <a:ext cx="10424160" cy="731520"/>
          </a:xfrm>
          <a:prstGeom prst="rect">
            <a:avLst/>
          </a:prstGeom>
          <a:noFill/>
          <a:ln/>
        </p:spPr>
        <p:txBody>
          <a:bodyPr wrap="square" lIns="0" tIns="0" rIns="0" bIns="0" rtlCol="0" anchor="ctr"/>
          <a:lstStyle/>
          <a:p>
            <a:pPr indent="0" marL="0">
              <a:buNone/>
            </a:pPr>
            <a:r>
              <a:rPr lang="en-US" sz="1600" b="1" dirty="0">
                <a:solidFill>
                  <a:schemeClr val="bg1"/>
                </a:solidFill>
              </a:rPr>
              <a:t>제출: 공개 URL · QR 이미지(PNG) · PC와 휴대폰 첫 화면 캡처 각 1장</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692640" cy="731520"/>
          </a:xfrm>
          <a:prstGeom prst="rect">
            <a:avLst/>
          </a:prstGeom>
          <a:noFill/>
          <a:ln/>
        </p:spPr>
        <p:txBody>
          <a:bodyPr wrap="square" lIns="0" tIns="0" rIns="0" bIns="0" rtlCol="0" anchor="ctr"/>
          <a:lstStyle/>
          <a:p>
            <a:pPr algn="l" indent="0" marL="0">
              <a:buNone/>
            </a:pPr>
            <a:r>
              <a:rPr lang="en-US" sz="3200" b="1" dirty="0">
                <a:solidFill>
                  <a:schemeClr val="tx2"/>
                </a:solidFill>
              </a:rPr>
              <a:t>자주 막히는 곳</a:t>
            </a:r>
            <a:endParaRPr lang="en-US" sz="3200" dirty="0"/>
          </a:p>
        </p:txBody>
      </p:sp>
      <p:sp>
        <p:nvSpPr>
          <p:cNvPr id="3" name="Text 1"/>
          <p:cNvSpPr txBox="1"/>
          <p:nvPr/>
        </p:nvSpPr>
        <p:spPr>
          <a:xfrm>
            <a:off x="548640" y="18288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TROUBLESHOOTING</a:t>
            </a:r>
            <a:endParaRPr lang="en-US" sz="1200" dirty="0"/>
          </a:p>
        </p:txBody>
      </p:sp>
      <p:sp>
        <p:nvSpPr>
          <p:cNvPr id="4" name="tr0"/>
          <p:cNvSpPr/>
          <p:nvPr/>
        </p:nvSpPr>
        <p:spPr>
          <a:xfrm>
            <a:off x="548640" y="1417320"/>
            <a:ext cx="11064240" cy="749808"/>
          </a:xfrm>
          <a:prstGeom prst="roundRect">
            <a:avLst>
              <a:gd name="adj" fmla="val 14634"/>
            </a:avLst>
          </a:prstGeom>
          <a:solidFill>
            <a:schemeClr val="bg2"/>
          </a:solidFill>
          <a:ln w="12700">
            <a:solidFill>
              <a:schemeClr val="bg2"/>
            </a:solidFill>
            <a:prstDash val="solid"/>
          </a:ln>
        </p:spPr>
      </p:sp>
      <p:sp>
        <p:nvSpPr>
          <p:cNvPr id="5" name="Text 3"/>
          <p:cNvSpPr txBox="1"/>
          <p:nvPr/>
        </p:nvSpPr>
        <p:spPr>
          <a:xfrm>
            <a:off x="868680" y="1417320"/>
            <a:ext cx="4480560" cy="749808"/>
          </a:xfrm>
          <a:prstGeom prst="rect">
            <a:avLst/>
          </a:prstGeom>
          <a:noFill/>
          <a:ln/>
        </p:spPr>
        <p:txBody>
          <a:bodyPr wrap="square" lIns="0" tIns="0" rIns="0" bIns="0" rtlCol="0" anchor="ctr"/>
          <a:lstStyle/>
          <a:p>
            <a:pPr indent="0" marL="0">
              <a:buNone/>
            </a:pPr>
            <a:r>
              <a:rPr lang="en-US" sz="1500" b="1" dirty="0">
                <a:solidFill>
                  <a:schemeClr val="tx2"/>
                </a:solidFill>
              </a:rPr>
              <a:t>고쳤는데 사이트에 안 보인다</a:t>
            </a:r>
            <a:endParaRPr lang="en-US" sz="1500" dirty="0"/>
          </a:p>
        </p:txBody>
      </p:sp>
      <p:sp>
        <p:nvSpPr>
          <p:cNvPr id="6" name="Text 4"/>
          <p:cNvSpPr txBox="1"/>
          <p:nvPr/>
        </p:nvSpPr>
        <p:spPr>
          <a:xfrm>
            <a:off x="5486400" y="1417320"/>
            <a:ext cx="5943600" cy="749808"/>
          </a:xfrm>
          <a:prstGeom prst="rect">
            <a:avLst/>
          </a:prstGeom>
          <a:noFill/>
          <a:ln/>
        </p:spPr>
        <p:txBody>
          <a:bodyPr wrap="square" lIns="0" tIns="0" rIns="0" bIns="0" rtlCol="0" anchor="ctr"/>
          <a:lstStyle/>
          <a:p>
            <a:pPr indent="0" marL="0">
              <a:buNone/>
            </a:pPr>
            <a:r>
              <a:rPr lang="en-US" sz="1400" dirty="0">
                <a:solidFill>
                  <a:schemeClr val="tx1"/>
                </a:solidFill>
              </a:rPr>
              <a:t>Publish를 다시 누르지 않았다. 다시 게시 후 새로고침</a:t>
            </a:r>
            <a:endParaRPr lang="en-US" sz="1400" dirty="0"/>
          </a:p>
        </p:txBody>
      </p:sp>
      <p:sp>
        <p:nvSpPr>
          <p:cNvPr id="7" name="tr1"/>
          <p:cNvSpPr/>
          <p:nvPr/>
        </p:nvSpPr>
        <p:spPr>
          <a:xfrm>
            <a:off x="548640" y="2313432"/>
            <a:ext cx="11064240" cy="749808"/>
          </a:xfrm>
          <a:prstGeom prst="roundRect">
            <a:avLst>
              <a:gd name="adj" fmla="val 14634"/>
            </a:avLst>
          </a:prstGeom>
          <a:solidFill>
            <a:schemeClr val="bg1"/>
          </a:solidFill>
          <a:ln w="12700">
            <a:solidFill>
              <a:schemeClr val="bg1"/>
            </a:solidFill>
            <a:prstDash val="solid"/>
          </a:ln>
        </p:spPr>
      </p:sp>
      <p:sp>
        <p:nvSpPr>
          <p:cNvPr id="8" name="Text 6"/>
          <p:cNvSpPr txBox="1"/>
          <p:nvPr/>
        </p:nvSpPr>
        <p:spPr>
          <a:xfrm>
            <a:off x="868680" y="2313432"/>
            <a:ext cx="4480560" cy="749808"/>
          </a:xfrm>
          <a:prstGeom prst="rect">
            <a:avLst/>
          </a:prstGeom>
          <a:noFill/>
          <a:ln/>
        </p:spPr>
        <p:txBody>
          <a:bodyPr wrap="square" lIns="0" tIns="0" rIns="0" bIns="0" rtlCol="0" anchor="ctr"/>
          <a:lstStyle/>
          <a:p>
            <a:pPr indent="0" marL="0">
              <a:buNone/>
            </a:pPr>
            <a:r>
              <a:rPr lang="en-US" sz="1500" b="1" dirty="0">
                <a:solidFill>
                  <a:schemeClr val="tx2"/>
                </a:solidFill>
              </a:rPr>
              <a:t>이미지가 안 올라간다</a:t>
            </a:r>
            <a:endParaRPr lang="en-US" sz="1500" dirty="0"/>
          </a:p>
        </p:txBody>
      </p:sp>
      <p:sp>
        <p:nvSpPr>
          <p:cNvPr id="9" name="Text 7"/>
          <p:cNvSpPr txBox="1"/>
          <p:nvPr/>
        </p:nvSpPr>
        <p:spPr>
          <a:xfrm>
            <a:off x="5486400" y="2313432"/>
            <a:ext cx="5943600" cy="749808"/>
          </a:xfrm>
          <a:prstGeom prst="rect">
            <a:avLst/>
          </a:prstGeom>
          <a:noFill/>
          <a:ln/>
        </p:spPr>
        <p:txBody>
          <a:bodyPr wrap="square" lIns="0" tIns="0" rIns="0" bIns="0" rtlCol="0" anchor="ctr"/>
          <a:lstStyle/>
          <a:p>
            <a:pPr indent="0" marL="0">
              <a:buNone/>
            </a:pPr>
            <a:r>
              <a:rPr lang="en-US" sz="1400" dirty="0">
                <a:solidFill>
                  <a:schemeClr val="tx1"/>
                </a:solidFill>
              </a:rPr>
              <a:t>용량이 크다. 2400px · 1MB 안팎으로 줄여서 다시</a:t>
            </a:r>
            <a:endParaRPr lang="en-US" sz="1400" dirty="0"/>
          </a:p>
        </p:txBody>
      </p:sp>
      <p:sp>
        <p:nvSpPr>
          <p:cNvPr id="10" name="tr2"/>
          <p:cNvSpPr/>
          <p:nvPr/>
        </p:nvSpPr>
        <p:spPr>
          <a:xfrm>
            <a:off x="548640" y="3209544"/>
            <a:ext cx="11064240" cy="749808"/>
          </a:xfrm>
          <a:prstGeom prst="roundRect">
            <a:avLst>
              <a:gd name="adj" fmla="val 14634"/>
            </a:avLst>
          </a:prstGeom>
          <a:solidFill>
            <a:schemeClr val="bg2"/>
          </a:solidFill>
          <a:ln w="12700">
            <a:solidFill>
              <a:schemeClr val="bg2"/>
            </a:solidFill>
            <a:prstDash val="solid"/>
          </a:ln>
        </p:spPr>
      </p:sp>
      <p:sp>
        <p:nvSpPr>
          <p:cNvPr id="11" name="Text 9"/>
          <p:cNvSpPr txBox="1"/>
          <p:nvPr/>
        </p:nvSpPr>
        <p:spPr>
          <a:xfrm>
            <a:off x="868680" y="3209544"/>
            <a:ext cx="4480560" cy="749808"/>
          </a:xfrm>
          <a:prstGeom prst="rect">
            <a:avLst/>
          </a:prstGeom>
          <a:noFill/>
          <a:ln/>
        </p:spPr>
        <p:txBody>
          <a:bodyPr wrap="square" lIns="0" tIns="0" rIns="0" bIns="0" rtlCol="0" anchor="ctr"/>
          <a:lstStyle/>
          <a:p>
            <a:pPr indent="0" marL="0">
              <a:buNone/>
            </a:pPr>
            <a:r>
              <a:rPr lang="en-US" sz="1500" b="1" dirty="0">
                <a:solidFill>
                  <a:schemeClr val="tx2"/>
                </a:solidFill>
              </a:rPr>
              <a:t>휴대폰에서 글자가 넘친다</a:t>
            </a:r>
            <a:endParaRPr lang="en-US" sz="1500" dirty="0"/>
          </a:p>
        </p:txBody>
      </p:sp>
      <p:sp>
        <p:nvSpPr>
          <p:cNvPr id="12" name="Text 10"/>
          <p:cNvSpPr txBox="1"/>
          <p:nvPr/>
        </p:nvSpPr>
        <p:spPr>
          <a:xfrm>
            <a:off x="5486400" y="3209544"/>
            <a:ext cx="5943600" cy="749808"/>
          </a:xfrm>
          <a:prstGeom prst="rect">
            <a:avLst/>
          </a:prstGeom>
          <a:noFill/>
          <a:ln/>
        </p:spPr>
        <p:txBody>
          <a:bodyPr wrap="square" lIns="0" tIns="0" rIns="0" bIns="0" rtlCol="0" anchor="ctr"/>
          <a:lstStyle/>
          <a:p>
            <a:pPr indent="0" marL="0">
              <a:buNone/>
            </a:pPr>
            <a:r>
              <a:rPr lang="en-US" sz="1400" dirty="0">
                <a:solidFill>
                  <a:schemeClr val="tx1"/>
                </a:solidFill>
              </a:rPr>
              <a:t>Phone 탭에서 해당 글의 크기를 따로 줄인다</a:t>
            </a:r>
            <a:endParaRPr lang="en-US" sz="1400" dirty="0"/>
          </a:p>
        </p:txBody>
      </p:sp>
      <p:sp>
        <p:nvSpPr>
          <p:cNvPr id="13" name="tr3"/>
          <p:cNvSpPr/>
          <p:nvPr/>
        </p:nvSpPr>
        <p:spPr>
          <a:xfrm>
            <a:off x="548640" y="4105656"/>
            <a:ext cx="11064240" cy="749808"/>
          </a:xfrm>
          <a:prstGeom prst="roundRect">
            <a:avLst>
              <a:gd name="adj" fmla="val 14634"/>
            </a:avLst>
          </a:prstGeom>
          <a:solidFill>
            <a:schemeClr val="bg1"/>
          </a:solidFill>
          <a:ln w="12700">
            <a:solidFill>
              <a:schemeClr val="bg1"/>
            </a:solidFill>
            <a:prstDash val="solid"/>
          </a:ln>
        </p:spPr>
      </p:sp>
      <p:sp>
        <p:nvSpPr>
          <p:cNvPr id="14" name="Text 12"/>
          <p:cNvSpPr txBox="1"/>
          <p:nvPr/>
        </p:nvSpPr>
        <p:spPr>
          <a:xfrm>
            <a:off x="868680" y="4105656"/>
            <a:ext cx="4480560" cy="749808"/>
          </a:xfrm>
          <a:prstGeom prst="rect">
            <a:avLst/>
          </a:prstGeom>
          <a:noFill/>
          <a:ln/>
        </p:spPr>
        <p:txBody>
          <a:bodyPr wrap="square" lIns="0" tIns="0" rIns="0" bIns="0" rtlCol="0" anchor="ctr"/>
          <a:lstStyle/>
          <a:p>
            <a:pPr indent="0" marL="0">
              <a:buNone/>
            </a:pPr>
            <a:r>
              <a:rPr lang="en-US" sz="1500" b="1" dirty="0">
                <a:solidFill>
                  <a:schemeClr val="tx2"/>
                </a:solidFill>
              </a:rPr>
              <a:t>영상이 재생되지 않는다</a:t>
            </a:r>
            <a:endParaRPr lang="en-US" sz="1500" dirty="0"/>
          </a:p>
        </p:txBody>
      </p:sp>
      <p:sp>
        <p:nvSpPr>
          <p:cNvPr id="15" name="Text 13"/>
          <p:cNvSpPr txBox="1"/>
          <p:nvPr/>
        </p:nvSpPr>
        <p:spPr>
          <a:xfrm>
            <a:off x="5486400" y="4105656"/>
            <a:ext cx="5943600" cy="749808"/>
          </a:xfrm>
          <a:prstGeom prst="rect">
            <a:avLst/>
          </a:prstGeom>
          <a:noFill/>
          <a:ln/>
        </p:spPr>
        <p:txBody>
          <a:bodyPr wrap="square" lIns="0" tIns="0" rIns="0" bIns="0" rtlCol="0" anchor="ctr"/>
          <a:lstStyle/>
          <a:p>
            <a:pPr indent="0" marL="0">
              <a:buNone/>
            </a:pPr>
            <a:r>
              <a:rPr lang="en-US" sz="1400" dirty="0">
                <a:solidFill>
                  <a:schemeClr val="tx1"/>
                </a:solidFill>
              </a:rPr>
              <a:t>YouTube 공개 범위와 퍼가기 허용 설정을 확인</a:t>
            </a:r>
            <a:endParaRPr lang="en-US" sz="1400" dirty="0"/>
          </a:p>
        </p:txBody>
      </p:sp>
      <p:sp>
        <p:nvSpPr>
          <p:cNvPr id="16" name="tr4"/>
          <p:cNvSpPr/>
          <p:nvPr/>
        </p:nvSpPr>
        <p:spPr>
          <a:xfrm>
            <a:off x="548640" y="5001768"/>
            <a:ext cx="11064240" cy="749808"/>
          </a:xfrm>
          <a:prstGeom prst="roundRect">
            <a:avLst>
              <a:gd name="adj" fmla="val 14634"/>
            </a:avLst>
          </a:prstGeom>
          <a:solidFill>
            <a:schemeClr val="bg2"/>
          </a:solidFill>
          <a:ln w="12700">
            <a:solidFill>
              <a:schemeClr val="bg2"/>
            </a:solidFill>
            <a:prstDash val="solid"/>
          </a:ln>
        </p:spPr>
      </p:sp>
      <p:sp>
        <p:nvSpPr>
          <p:cNvPr id="17" name="Text 15"/>
          <p:cNvSpPr txBox="1"/>
          <p:nvPr/>
        </p:nvSpPr>
        <p:spPr>
          <a:xfrm>
            <a:off x="868680" y="5001768"/>
            <a:ext cx="4480560" cy="749808"/>
          </a:xfrm>
          <a:prstGeom prst="rect">
            <a:avLst/>
          </a:prstGeom>
          <a:noFill/>
          <a:ln/>
        </p:spPr>
        <p:txBody>
          <a:bodyPr wrap="square" lIns="0" tIns="0" rIns="0" bIns="0" rtlCol="0" anchor="ctr"/>
          <a:lstStyle/>
          <a:p>
            <a:pPr indent="0" marL="0">
              <a:buNone/>
            </a:pPr>
            <a:r>
              <a:rPr lang="en-US" sz="1500" b="1" dirty="0">
                <a:solidFill>
                  <a:schemeClr val="tx2"/>
                </a:solidFill>
              </a:rPr>
              <a:t>카톡 미리보기가 템플릿 그대로다</a:t>
            </a:r>
            <a:endParaRPr lang="en-US" sz="1500" dirty="0"/>
          </a:p>
        </p:txBody>
      </p:sp>
      <p:sp>
        <p:nvSpPr>
          <p:cNvPr id="18" name="Text 16"/>
          <p:cNvSpPr txBox="1"/>
          <p:nvPr/>
        </p:nvSpPr>
        <p:spPr>
          <a:xfrm>
            <a:off x="5486400" y="5001768"/>
            <a:ext cx="5943600" cy="749808"/>
          </a:xfrm>
          <a:prstGeom prst="rect">
            <a:avLst/>
          </a:prstGeom>
          <a:noFill/>
          <a:ln/>
        </p:spPr>
        <p:txBody>
          <a:bodyPr wrap="square" lIns="0" tIns="0" rIns="0" bIns="0" rtlCol="0" anchor="ctr"/>
          <a:lstStyle/>
          <a:p>
            <a:pPr indent="0" marL="0">
              <a:buNone/>
            </a:pPr>
            <a:r>
              <a:rPr lang="en-US" sz="1400" dirty="0">
                <a:solidFill>
                  <a:schemeClr val="tx1"/>
                </a:solidFill>
              </a:rPr>
              <a:t>소셜 이미지 · 설명 교체 후 재게시. 반영까지 시간이 걸릴 수 있음</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t"/>
          <a:lstStyle/>
          <a:p>
            <a:pPr indent="0" marL="0">
              <a:buNone/>
            </a:pPr>
            <a:r>
              <a:rPr lang="en-US" sz="1400" b="1" dirty="0">
                <a:solidFill>
                  <a:schemeClr val="accent3"/>
                </a:solidFill>
              </a:rPr>
              <a:t>이번 주 과제</a:t>
            </a:r>
            <a:endParaRPr lang="en-US" sz="1400" dirty="0"/>
          </a:p>
        </p:txBody>
      </p:sp>
      <p:sp>
        <p:nvSpPr>
          <p:cNvPr id="3" name="Text 0"/>
          <p:cNvSpPr/>
          <p:nvPr>
            <p:ph idx="100" type="title" hasCustomPrompt="1"/>
          </p:nvPr>
        </p:nvSpPr>
        <p:spPr>
          <a:xfrm>
            <a:off x="548640" y="1920240"/>
            <a:ext cx="10515600" cy="1737360"/>
          </a:xfrm>
          <a:prstGeom prst="rect">
            <a:avLst/>
          </a:prstGeom>
          <a:noFill/>
          <a:ln/>
        </p:spPr>
        <p:txBody>
          <a:bodyPr wrap="square" lIns="0" tIns="0" rIns="0" bIns="0" rtlCol="0" anchor="b"/>
          <a:lstStyle/>
          <a:p>
            <a:pPr algn="l" indent="0" marL="0">
              <a:buNone/>
            </a:pPr>
            <a:r>
              <a:rPr lang="en-US" sz="4600" b="1" dirty="0">
                <a:solidFill>
                  <a:schemeClr val="bg1"/>
                </a:solidFill>
              </a:rPr>
              <a:t>템플릿 복제 + Hero · Video</a:t>
            </a:r>
            <a:endParaRPr lang="en-US" sz="4600" dirty="0"/>
          </a:p>
          <a:p>
            <a:pPr algn="l" indent="0" marL="0">
              <a:buNone/>
            </a:pPr>
            <a:r>
              <a:rPr lang="en-US" sz="4600" b="1" dirty="0">
                <a:solidFill>
                  <a:schemeClr val="bg1"/>
                </a:solidFill>
              </a:rPr>
              <a:t>두 섹션까지 채워 오기</a:t>
            </a:r>
            <a:endParaRPr lang="en-US" sz="4600" dirty="0"/>
          </a:p>
        </p:txBody>
      </p:sp>
      <p:sp>
        <p:nvSpPr>
          <p:cNvPr id="4" name="Text 0"/>
          <p:cNvSpPr/>
          <p:nvPr>
            <p:ph idx="101" type="body" hasCustomPrompt="1"/>
          </p:nvPr>
        </p:nvSpPr>
        <p:spPr>
          <a:xfrm>
            <a:off x="548640" y="3977640"/>
            <a:ext cx="10515600" cy="914400"/>
          </a:xfrm>
          <a:prstGeom prst="rect">
            <a:avLst/>
          </a:prstGeom>
          <a:noFill/>
          <a:ln/>
        </p:spPr>
        <p:txBody>
          <a:bodyPr wrap="square" lIns="0" tIns="0" rIns="0" bIns="0" rtlCol="0" anchor="t"/>
          <a:lstStyle/>
          <a:p>
            <a:pPr algn="l" indent="0" marL="0">
              <a:buNone/>
            </a:pPr>
            <a:r>
              <a:rPr lang="en-US" sz="2000" dirty="0">
                <a:solidFill>
                  <a:schemeClr val="accent5"/>
                </a:solidFill>
              </a:rPr>
              <a:t>다음 차시 · 나머지 섹션, 휴대폰 점검, 게시와 QR까지</a:t>
            </a:r>
            <a:endParaRPr lang="en-US" sz="2000" dirty="0"/>
          </a:p>
        </p:txBody>
      </p:sp>
      <p:sp>
        <p:nvSpPr>
          <p:cNvPr id="5" name="Text 3"/>
          <p:cNvSpPr txBox="1"/>
          <p:nvPr/>
        </p:nvSpPr>
        <p:spPr>
          <a:xfrm>
            <a:off x="548640" y="6035040"/>
            <a:ext cx="9144000" cy="274320"/>
          </a:xfrm>
          <a:prstGeom prst="rect">
            <a:avLst/>
          </a:prstGeom>
          <a:noFill/>
          <a:ln/>
        </p:spPr>
        <p:txBody>
          <a:bodyPr wrap="square" lIns="0" tIns="0" rIns="0" bIns="0" rtlCol="0" anchor="t"/>
          <a:lstStyle/>
          <a:p>
            <a:pPr indent="0" marL="0">
              <a:buNone/>
            </a:pPr>
            <a:r>
              <a:rPr lang="en-US" sz="1100" dirty="0">
                <a:solidFill>
                  <a:schemeClr val="accent2"/>
                </a:solidFill>
              </a:rPr>
              <a:t>자세한 단계는 학생용 구축 워크북을 참고합니다.</a:t>
            </a:r>
            <a:endParaRPr lang="en-US" sz="1100" dirty="0"/>
          </a:p>
        </p:txBody>
      </p:sp>
    </p:spTree>
  </p:cSld>
  <p:clrMapOvr>
    <a:masterClrMapping/>
  </p:clrMapOvr>
</p:sld>
</file>

<file path=ppt/theme/theme1.xml><?xml version="1.0" encoding="utf-8"?>
<a:theme xmlns:a="http://schemas.openxmlformats.org/drawingml/2006/main" name="Space Directing Green">
  <a:themeElements>
    <a:clrScheme name="Space Directing Green">
      <a:dk1>
        <a:srgbClr val="1A1F1C"/>
      </a:dk1>
      <a:lt1>
        <a:srgbClr val="FFFFFF"/>
      </a:lt1>
      <a:dk2>
        <a:srgbClr val="1F3A2E"/>
      </a:dk2>
      <a:lt2>
        <a:srgbClr val="EEF3EF"/>
      </a:lt2>
      <a:accent1>
        <a:srgbClr val="2F6B4F"/>
      </a:accent1>
      <a:accent2>
        <a:srgbClr val="8DB89A"/>
      </a:accent2>
      <a:accent3>
        <a:srgbClr val="D9A441"/>
      </a:accent3>
      <a:accent4>
        <a:srgbClr val="5E6B64"/>
      </a:accent4>
      <a:accent5>
        <a:srgbClr val="C9D9CD"/>
      </a:accent5>
      <a:accent6>
        <a:srgbClr val="B5543C"/>
      </a:accent6>
      <a:hlink>
        <a:srgbClr val="2F6B4F"/>
      </a:hlink>
      <a:folHlink>
        <a:srgbClr val="5E6B64"/>
      </a:folHlink>
    </a:clrScheme>
    <a:fontScheme name="Space Directing Green">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웹 포트폴리오 구축과 게시</dc:title>
  <dc:subject>PptxGenJS Presentation</dc:subject>
  <dc:creator>호서대학교 실내건축학과 졸업연구</dc:creator>
  <cp:lastModifiedBy>호서대학교 실내건축학과 졸업연구</cp:lastModifiedBy>
  <cp:revision>1</cp:revision>
  <dcterms:created xsi:type="dcterms:W3CDTF">2026-10-18T11:58:58Z</dcterms:created>
  <dcterms:modified xsi:type="dcterms:W3CDTF">2026-10-18T11:58:58Z</dcterms:modified>
</cp:coreProperties>
</file>